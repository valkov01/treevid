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
  </p:notesMasterIdLst>
  <p:sldIdLst>
    <p:sldId id="256" r:id="rId2"/>
  </p:sldIdLst>
  <p:sldSz cx="32918400" cy="219456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326532"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000000"/>
        </a:solidFill>
        <a:effectLst/>
        <a:uFillTx/>
        <a:latin typeface="+mn-lt"/>
        <a:ea typeface="+mn-ea"/>
        <a:cs typeface="+mn-cs"/>
        <a:sym typeface="Calibri"/>
      </a:defRPr>
    </a:lvl1pPr>
    <a:lvl2pPr marL="0" marR="0" indent="326532" algn="l" defTabSz="326532"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000000"/>
        </a:solidFill>
        <a:effectLst/>
        <a:uFillTx/>
        <a:latin typeface="+mn-lt"/>
        <a:ea typeface="+mn-ea"/>
        <a:cs typeface="+mn-cs"/>
        <a:sym typeface="Calibri"/>
      </a:defRPr>
    </a:lvl2pPr>
    <a:lvl3pPr marL="0" marR="0" indent="653064" algn="l" defTabSz="326532"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000000"/>
        </a:solidFill>
        <a:effectLst/>
        <a:uFillTx/>
        <a:latin typeface="+mn-lt"/>
        <a:ea typeface="+mn-ea"/>
        <a:cs typeface="+mn-cs"/>
        <a:sym typeface="Calibri"/>
      </a:defRPr>
    </a:lvl3pPr>
    <a:lvl4pPr marL="0" marR="0" indent="979596" algn="l" defTabSz="326532"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000000"/>
        </a:solidFill>
        <a:effectLst/>
        <a:uFillTx/>
        <a:latin typeface="+mn-lt"/>
        <a:ea typeface="+mn-ea"/>
        <a:cs typeface="+mn-cs"/>
        <a:sym typeface="Calibri"/>
      </a:defRPr>
    </a:lvl4pPr>
    <a:lvl5pPr marL="0" marR="0" indent="1306128" algn="l" defTabSz="326532"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000000"/>
        </a:solidFill>
        <a:effectLst/>
        <a:uFillTx/>
        <a:latin typeface="+mn-lt"/>
        <a:ea typeface="+mn-ea"/>
        <a:cs typeface="+mn-cs"/>
        <a:sym typeface="Calibri"/>
      </a:defRPr>
    </a:lvl5pPr>
    <a:lvl6pPr marL="0" marR="0" indent="1632661" algn="l" defTabSz="326532"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000000"/>
        </a:solidFill>
        <a:effectLst/>
        <a:uFillTx/>
        <a:latin typeface="+mn-lt"/>
        <a:ea typeface="+mn-ea"/>
        <a:cs typeface="+mn-cs"/>
        <a:sym typeface="Calibri"/>
      </a:defRPr>
    </a:lvl6pPr>
    <a:lvl7pPr marL="0" marR="0" indent="1959193" algn="l" defTabSz="326532"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000000"/>
        </a:solidFill>
        <a:effectLst/>
        <a:uFillTx/>
        <a:latin typeface="+mn-lt"/>
        <a:ea typeface="+mn-ea"/>
        <a:cs typeface="+mn-cs"/>
        <a:sym typeface="Calibri"/>
      </a:defRPr>
    </a:lvl7pPr>
    <a:lvl8pPr marL="0" marR="0" indent="2285725" algn="l" defTabSz="326532"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000000"/>
        </a:solidFill>
        <a:effectLst/>
        <a:uFillTx/>
        <a:latin typeface="+mn-lt"/>
        <a:ea typeface="+mn-ea"/>
        <a:cs typeface="+mn-cs"/>
        <a:sym typeface="Calibri"/>
      </a:defRPr>
    </a:lvl8pPr>
    <a:lvl9pPr marL="0" marR="0" indent="2612257" algn="l" defTabSz="326532"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000000"/>
        </a:solidFill>
        <a:effectLst/>
        <a:uFillTx/>
        <a:latin typeface="+mn-lt"/>
        <a:ea typeface="+mn-ea"/>
        <a:cs typeface="+mn-cs"/>
        <a:sym typeface="Calibri"/>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6851EB"/>
    <a:srgbClr val="F5F5F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2EC36BE-339E-4D58-940C-98D9C495AE88}" v="20" dt="2025-05-02T12:58:35.042"/>
  </p1510:revLst>
</p1510:revInfo>
</file>

<file path=ppt/tableStyles.xml><?xml version="1.0" encoding="utf-8"?>
<a:tblStyleLst xmlns:a="http://schemas.openxmlformats.org/drawingml/2006/main" def="{5940675A-B579-460E-94D1-54222C63F5DA}">
  <a:tblStyle styleId="{4C3C2611-4C71-4FC5-86AE-919BDF0F9419}"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DD4EA"/>
          </a:solidFill>
        </a:fill>
      </a:tcStyle>
    </a:wholeTbl>
    <a:band2H>
      <a:tcTxStyle/>
      <a:tcStyle>
        <a:tcBdr/>
        <a:fill>
          <a:solidFill>
            <a:srgbClr val="E8EBF5"/>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Row>
  </a:tblStyle>
  <a:tblStyle styleId="{C7B018BB-80A7-4F77-B60F-C8B233D01FF8}"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E0E0E0"/>
          </a:solidFill>
        </a:fill>
      </a:tcStyle>
    </a:wholeTbl>
    <a:band2H>
      <a:tcTxStyle/>
      <a:tcStyle>
        <a:tcBdr/>
        <a:fill>
          <a:solidFill>
            <a:srgbClr val="F0F0F0"/>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Row>
  </a:tblStyle>
  <a:tblStyle styleId="{EEE7283C-3CF3-47DC-8721-378D4A62B228}"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D4E2CE"/>
          </a:solidFill>
        </a:fill>
      </a:tcStyle>
    </a:wholeTbl>
    <a:band2H>
      <a:tcTxStyle/>
      <a:tcStyle>
        <a:tcBdr/>
        <a:fill>
          <a:solidFill>
            <a:srgbClr val="EBF1E8"/>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Row>
  </a:tblStyle>
  <a:tblStyle styleId="{CF821DB8-F4EB-4A41-A1BA-3FCAFE7338EE}" styleName="">
    <a:tblBg/>
    <a:wholeTbl>
      <a:tcTxStyle b="off" i="off">
        <a:fontRef idx="minor">
          <a:srgbClr val="000000"/>
        </a:fontRef>
        <a:srgbClr val="000000"/>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E6E6E6"/>
          </a:solidFill>
        </a:fill>
      </a:tcStyle>
    </a:wholeTbl>
    <a:band2H>
      <a:tcTxStyle/>
      <a:tcStyle>
        <a:tcBdr/>
        <a:fill>
          <a:solidFill>
            <a:srgbClr val="FFFFFF"/>
          </a:solidFill>
        </a:fill>
      </a:tcStyle>
    </a:band2H>
    <a:firstCol>
      <a:tcTxStyle b="on" i="off">
        <a:fontRef idx="minor">
          <a:srgbClr val="FFFFFF"/>
        </a:fontRef>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solidFill>
        </a:fill>
      </a:tcStyle>
    </a:firstCol>
    <a:lastRow>
      <a:tcTxStyle b="on" i="off">
        <a:fontRef idx="minor">
          <a:srgbClr val="000000"/>
        </a:fontRef>
        <a:srgbClr val="000000"/>
      </a:tcTxStyle>
      <a:tcStyle>
        <a:tcBdr>
          <a:left>
            <a:ln w="12700" cap="flat">
              <a:noFill/>
              <a:miter lim="400000"/>
            </a:ln>
          </a:left>
          <a:right>
            <a:ln w="12700" cap="flat">
              <a:noFill/>
              <a:miter lim="400000"/>
            </a:ln>
          </a:right>
          <a:top>
            <a:ln w="508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rgbClr val="FFFFFF"/>
          </a:solidFill>
        </a:fill>
      </a:tcStyle>
    </a:lastRow>
    <a:firstRow>
      <a:tcTxStyle b="on" i="off">
        <a:fontRef idx="minor">
          <a:srgbClr val="FFFFFF"/>
        </a:fontRef>
        <a:srgbClr val="FFFFFF"/>
      </a:tcTxStyle>
      <a:tcStyle>
        <a:tcBdr>
          <a:left>
            <a:ln w="12700" cap="flat">
              <a:noFill/>
              <a:miter lim="400000"/>
            </a:ln>
          </a:left>
          <a:right>
            <a:ln w="12700" cap="flat">
              <a:noFill/>
              <a:miter lim="400000"/>
            </a:ln>
          </a:right>
          <a:top>
            <a:ln w="254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chemeClr val="accent1"/>
          </a:solidFill>
        </a:fill>
      </a:tcStyle>
    </a:firstRow>
  </a:tblStyle>
  <a:tblStyle styleId="{33BA23B1-9221-436E-865A-0063620EA4FD}"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ACACA"/>
          </a:solidFill>
        </a:fill>
      </a:tcStyle>
    </a:wholeTbl>
    <a:band2H>
      <a:tcTxStyle/>
      <a:tcStyle>
        <a:tcBdr/>
        <a:fill>
          <a:solidFill>
            <a:srgbClr val="E6E6E6"/>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Row>
  </a:tblStyle>
  <a:tblStyle styleId="{2708684C-4D16-4618-839F-0558EEFCDFE6}" styleName="">
    <a:tblBg/>
    <a:wholeTbl>
      <a:tcTxStyle b="off" i="off">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wholeTbl>
    <a:band2H>
      <a:tcTxStyle/>
      <a:tcStyle>
        <a:tcBdr/>
        <a:fill>
          <a:solidFill>
            <a:srgbClr val="FFFFFF"/>
          </a:solidFill>
        </a:fill>
      </a:tcStyle>
    </a:band2H>
    <a:firstCol>
      <a:tcTxStyle b="on" i="off">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firstCol>
    <a:lastRow>
      <a:tcTxStyle b="on" i="off">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508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lastRow>
    <a:firstRow>
      <a:tcTxStyle b="on" i="off">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254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94"/>
  </p:normalViewPr>
  <p:slideViewPr>
    <p:cSldViewPr snapToGrid="0" snapToObjects="1">
      <p:cViewPr varScale="1">
        <p:scale>
          <a:sx n="26" d="100"/>
          <a:sy n="26" d="100"/>
        </p:scale>
        <p:origin x="1147" y="8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microsoft.com/office/2016/11/relationships/changesInfo" Target="changesInfos/changesInfo1.xml"/><Relationship Id="rId3" Type="http://schemas.openxmlformats.org/officeDocument/2006/relationships/notesMaster" Target="notesMasters/notesMaster1.xml"/><Relationship Id="rId7"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heme" Target="theme/theme1.xml"/><Relationship Id="rId5" Type="http://schemas.openxmlformats.org/officeDocument/2006/relationships/viewProps" Target="viewProps.xml"/><Relationship Id="rId4" Type="http://schemas.openxmlformats.org/officeDocument/2006/relationships/presProps" Target="presProps.xml"/><Relationship Id="rId9"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Valkov,Momchil M.I." userId="602502f2-f02b-4dbc-b214-10936151aa62" providerId="ADAL" clId="{42EC36BE-339E-4D58-940C-98D9C495AE88}"/>
    <pc:docChg chg="undo custSel modSld">
      <pc:chgData name="Valkov,Momchil M.I." userId="602502f2-f02b-4dbc-b214-10936151aa62" providerId="ADAL" clId="{42EC36BE-339E-4D58-940C-98D9C495AE88}" dt="2025-05-02T13:30:12.749" v="738" actId="1035"/>
      <pc:docMkLst>
        <pc:docMk/>
      </pc:docMkLst>
      <pc:sldChg chg="addSp delSp modSp mod">
        <pc:chgData name="Valkov,Momchil M.I." userId="602502f2-f02b-4dbc-b214-10936151aa62" providerId="ADAL" clId="{42EC36BE-339E-4D58-940C-98D9C495AE88}" dt="2025-05-02T13:30:12.749" v="738" actId="1035"/>
        <pc:sldMkLst>
          <pc:docMk/>
          <pc:sldMk cId="0" sldId="256"/>
        </pc:sldMkLst>
        <pc:spChg chg="mod">
          <ac:chgData name="Valkov,Momchil M.I." userId="602502f2-f02b-4dbc-b214-10936151aa62" providerId="ADAL" clId="{42EC36BE-339E-4D58-940C-98D9C495AE88}" dt="2025-05-02T13:14:15.948" v="631" actId="208"/>
          <ac:spMkLst>
            <pc:docMk/>
            <pc:sldMk cId="0" sldId="256"/>
            <ac:spMk id="4" creationId="{6CBEDE31-2D0B-9D25-69D9-E4251B194AA1}"/>
          </ac:spMkLst>
        </pc:spChg>
        <pc:spChg chg="mod">
          <ac:chgData name="Valkov,Momchil M.I." userId="602502f2-f02b-4dbc-b214-10936151aa62" providerId="ADAL" clId="{42EC36BE-339E-4D58-940C-98D9C495AE88}" dt="2025-05-02T13:13:57.471" v="630" actId="14100"/>
          <ac:spMkLst>
            <pc:docMk/>
            <pc:sldMk cId="0" sldId="256"/>
            <ac:spMk id="5" creationId="{E26F6558-9FE2-0179-2E67-3A99E254B4DF}"/>
          </ac:spMkLst>
        </pc:spChg>
        <pc:spChg chg="mod">
          <ac:chgData name="Valkov,Momchil M.I." userId="602502f2-f02b-4dbc-b214-10936151aa62" providerId="ADAL" clId="{42EC36BE-339E-4D58-940C-98D9C495AE88}" dt="2025-05-02T13:14:59.102" v="643" actId="1076"/>
          <ac:spMkLst>
            <pc:docMk/>
            <pc:sldMk cId="0" sldId="256"/>
            <ac:spMk id="8" creationId="{141CFB88-E5BA-7FB9-A606-74536D781C89}"/>
          </ac:spMkLst>
        </pc:spChg>
        <pc:spChg chg="add mod">
          <ac:chgData name="Valkov,Momchil M.I." userId="602502f2-f02b-4dbc-b214-10936151aa62" providerId="ADAL" clId="{42EC36BE-339E-4D58-940C-98D9C495AE88}" dt="2025-05-02T13:04:15.869" v="604" actId="1076"/>
          <ac:spMkLst>
            <pc:docMk/>
            <pc:sldMk cId="0" sldId="256"/>
            <ac:spMk id="12" creationId="{9274D218-F250-80BA-F82C-9DFA58F58865}"/>
          </ac:spMkLst>
        </pc:spChg>
        <pc:spChg chg="add mod">
          <ac:chgData name="Valkov,Momchil M.I." userId="602502f2-f02b-4dbc-b214-10936151aa62" providerId="ADAL" clId="{42EC36BE-339E-4D58-940C-98D9C495AE88}" dt="2025-05-02T12:15:02.116" v="25" actId="20577"/>
          <ac:spMkLst>
            <pc:docMk/>
            <pc:sldMk cId="0" sldId="256"/>
            <ac:spMk id="14" creationId="{214C92B6-D62E-2A32-1A8A-8259B92B86FA}"/>
          </ac:spMkLst>
        </pc:spChg>
        <pc:spChg chg="add mod">
          <ac:chgData name="Valkov,Momchil M.I." userId="602502f2-f02b-4dbc-b214-10936151aa62" providerId="ADAL" clId="{42EC36BE-339E-4D58-940C-98D9C495AE88}" dt="2025-05-02T12:24:38.428" v="35" actId="20577"/>
          <ac:spMkLst>
            <pc:docMk/>
            <pc:sldMk cId="0" sldId="256"/>
            <ac:spMk id="15" creationId="{99DC2732-2AF5-04A8-AED5-89FAEA8AFA4B}"/>
          </ac:spMkLst>
        </pc:spChg>
        <pc:spChg chg="add del mod">
          <ac:chgData name="Valkov,Momchil M.I." userId="602502f2-f02b-4dbc-b214-10936151aa62" providerId="ADAL" clId="{42EC36BE-339E-4D58-940C-98D9C495AE88}" dt="2025-05-02T12:23:46.150" v="29" actId="478"/>
          <ac:spMkLst>
            <pc:docMk/>
            <pc:sldMk cId="0" sldId="256"/>
            <ac:spMk id="16" creationId="{E7C10012-FD76-25FD-A87A-E33D70181800}"/>
          </ac:spMkLst>
        </pc:spChg>
        <pc:spChg chg="add mod">
          <ac:chgData name="Valkov,Momchil M.I." userId="602502f2-f02b-4dbc-b214-10936151aa62" providerId="ADAL" clId="{42EC36BE-339E-4D58-940C-98D9C495AE88}" dt="2025-05-02T12:26:52.565" v="71" actId="1076"/>
          <ac:spMkLst>
            <pc:docMk/>
            <pc:sldMk cId="0" sldId="256"/>
            <ac:spMk id="19" creationId="{38BBFE08-5ECF-AD0B-0E03-A532BA3D18DC}"/>
          </ac:spMkLst>
        </pc:spChg>
        <pc:spChg chg="add mod">
          <ac:chgData name="Valkov,Momchil M.I." userId="602502f2-f02b-4dbc-b214-10936151aa62" providerId="ADAL" clId="{42EC36BE-339E-4D58-940C-98D9C495AE88}" dt="2025-05-02T12:38:47.345" v="156" actId="1076"/>
          <ac:spMkLst>
            <pc:docMk/>
            <pc:sldMk cId="0" sldId="256"/>
            <ac:spMk id="20" creationId="{253F3187-A0B8-0ED4-4CA6-85A14A664292}"/>
          </ac:spMkLst>
        </pc:spChg>
        <pc:spChg chg="add mod">
          <ac:chgData name="Valkov,Momchil M.I." userId="602502f2-f02b-4dbc-b214-10936151aa62" providerId="ADAL" clId="{42EC36BE-339E-4D58-940C-98D9C495AE88}" dt="2025-05-02T12:36:25.173" v="155" actId="20577"/>
          <ac:spMkLst>
            <pc:docMk/>
            <pc:sldMk cId="0" sldId="256"/>
            <ac:spMk id="23" creationId="{C2EFE3FD-EB95-9A34-0AAD-5BB9C8B98E30}"/>
          </ac:spMkLst>
        </pc:spChg>
        <pc:spChg chg="add del">
          <ac:chgData name="Valkov,Momchil M.I." userId="602502f2-f02b-4dbc-b214-10936151aa62" providerId="ADAL" clId="{42EC36BE-339E-4D58-940C-98D9C495AE88}" dt="2025-05-02T12:44:49.412" v="161" actId="478"/>
          <ac:spMkLst>
            <pc:docMk/>
            <pc:sldMk cId="0" sldId="256"/>
            <ac:spMk id="25" creationId="{468333FD-50DF-A7EE-2D93-E7E5B192B508}"/>
          </ac:spMkLst>
        </pc:spChg>
        <pc:spChg chg="add mod">
          <ac:chgData name="Valkov,Momchil M.I." userId="602502f2-f02b-4dbc-b214-10936151aa62" providerId="ADAL" clId="{42EC36BE-339E-4D58-940C-98D9C495AE88}" dt="2025-05-02T13:29:06.530" v="697" actId="20577"/>
          <ac:spMkLst>
            <pc:docMk/>
            <pc:sldMk cId="0" sldId="256"/>
            <ac:spMk id="26" creationId="{600FA42D-449D-A01C-CBBF-CE5E60742541}"/>
          </ac:spMkLst>
        </pc:spChg>
        <pc:spChg chg="add mod">
          <ac:chgData name="Valkov,Momchil M.I." userId="602502f2-f02b-4dbc-b214-10936151aa62" providerId="ADAL" clId="{42EC36BE-339E-4D58-940C-98D9C495AE88}" dt="2025-05-02T12:48:07.660" v="229" actId="1076"/>
          <ac:spMkLst>
            <pc:docMk/>
            <pc:sldMk cId="0" sldId="256"/>
            <ac:spMk id="28" creationId="{F81A34E9-B890-D910-1D99-FACB9A93398C}"/>
          </ac:spMkLst>
        </pc:spChg>
        <pc:spChg chg="mod">
          <ac:chgData name="Valkov,Momchil M.I." userId="602502f2-f02b-4dbc-b214-10936151aa62" providerId="ADAL" clId="{42EC36BE-339E-4D58-940C-98D9C495AE88}" dt="2025-05-02T13:13:49.406" v="628" actId="1037"/>
          <ac:spMkLst>
            <pc:docMk/>
            <pc:sldMk cId="0" sldId="256"/>
            <ac:spMk id="30" creationId="{00000000-0000-0000-0000-000000000000}"/>
          </ac:spMkLst>
        </pc:spChg>
        <pc:spChg chg="del">
          <ac:chgData name="Valkov,Momchil M.I." userId="602502f2-f02b-4dbc-b214-10936151aa62" providerId="ADAL" clId="{42EC36BE-339E-4D58-940C-98D9C495AE88}" dt="2025-05-02T12:14:45.597" v="16" actId="478"/>
          <ac:spMkLst>
            <pc:docMk/>
            <pc:sldMk cId="0" sldId="256"/>
            <ac:spMk id="35" creationId="{00000000-0000-0000-0000-000000000000}"/>
          </ac:spMkLst>
        </pc:spChg>
        <pc:spChg chg="del">
          <ac:chgData name="Valkov,Momchil M.I." userId="602502f2-f02b-4dbc-b214-10936151aa62" providerId="ADAL" clId="{42EC36BE-339E-4D58-940C-98D9C495AE88}" dt="2025-05-02T12:14:42.020" v="13" actId="478"/>
          <ac:spMkLst>
            <pc:docMk/>
            <pc:sldMk cId="0" sldId="256"/>
            <ac:spMk id="37" creationId="{00000000-0000-0000-0000-000000000000}"/>
          </ac:spMkLst>
        </pc:spChg>
        <pc:spChg chg="del">
          <ac:chgData name="Valkov,Momchil M.I." userId="602502f2-f02b-4dbc-b214-10936151aa62" providerId="ADAL" clId="{42EC36BE-339E-4D58-940C-98D9C495AE88}" dt="2025-05-02T12:14:43.117" v="14" actId="478"/>
          <ac:spMkLst>
            <pc:docMk/>
            <pc:sldMk cId="0" sldId="256"/>
            <ac:spMk id="38" creationId="{00000000-0000-0000-0000-000000000000}"/>
          </ac:spMkLst>
        </pc:spChg>
        <pc:spChg chg="add mod">
          <ac:chgData name="Valkov,Momchil M.I." userId="602502f2-f02b-4dbc-b214-10936151aa62" providerId="ADAL" clId="{42EC36BE-339E-4D58-940C-98D9C495AE88}" dt="2025-05-02T13:29:20.899" v="700" actId="1076"/>
          <ac:spMkLst>
            <pc:docMk/>
            <pc:sldMk cId="0" sldId="256"/>
            <ac:spMk id="41" creationId="{ECDA0DFE-FEB1-9F96-611B-EB218EB00045}"/>
          </ac:spMkLst>
        </pc:spChg>
        <pc:spChg chg="del">
          <ac:chgData name="Valkov,Momchil M.I." userId="602502f2-f02b-4dbc-b214-10936151aa62" providerId="ADAL" clId="{42EC36BE-339E-4D58-940C-98D9C495AE88}" dt="2025-05-02T12:35:51.910" v="134" actId="478"/>
          <ac:spMkLst>
            <pc:docMk/>
            <pc:sldMk cId="0" sldId="256"/>
            <ac:spMk id="42" creationId="{00000000-0000-0000-0000-000000000000}"/>
          </ac:spMkLst>
        </pc:spChg>
        <pc:spChg chg="del">
          <ac:chgData name="Valkov,Momchil M.I." userId="602502f2-f02b-4dbc-b214-10936151aa62" providerId="ADAL" clId="{42EC36BE-339E-4D58-940C-98D9C495AE88}" dt="2025-05-02T12:35:53.205" v="135" actId="478"/>
          <ac:spMkLst>
            <pc:docMk/>
            <pc:sldMk cId="0" sldId="256"/>
            <ac:spMk id="43" creationId="{00000000-0000-0000-0000-000000000000}"/>
          </ac:spMkLst>
        </pc:spChg>
        <pc:spChg chg="del">
          <ac:chgData name="Valkov,Momchil M.I." userId="602502f2-f02b-4dbc-b214-10936151aa62" providerId="ADAL" clId="{42EC36BE-339E-4D58-940C-98D9C495AE88}" dt="2025-05-02T12:35:54.119" v="136" actId="478"/>
          <ac:spMkLst>
            <pc:docMk/>
            <pc:sldMk cId="0" sldId="256"/>
            <ac:spMk id="44" creationId="{00000000-0000-0000-0000-000000000000}"/>
          </ac:spMkLst>
        </pc:spChg>
        <pc:spChg chg="del">
          <ac:chgData name="Valkov,Momchil M.I." userId="602502f2-f02b-4dbc-b214-10936151aa62" providerId="ADAL" clId="{42EC36BE-339E-4D58-940C-98D9C495AE88}" dt="2025-05-02T12:35:50.754" v="133" actId="478"/>
          <ac:spMkLst>
            <pc:docMk/>
            <pc:sldMk cId="0" sldId="256"/>
            <ac:spMk id="45" creationId="{00000000-0000-0000-0000-000000000000}"/>
          </ac:spMkLst>
        </pc:spChg>
        <pc:spChg chg="add mod">
          <ac:chgData name="Valkov,Momchil M.I." userId="602502f2-f02b-4dbc-b214-10936151aa62" providerId="ADAL" clId="{42EC36BE-339E-4D58-940C-98D9C495AE88}" dt="2025-05-02T13:29:25.236" v="701" actId="1076"/>
          <ac:spMkLst>
            <pc:docMk/>
            <pc:sldMk cId="0" sldId="256"/>
            <ac:spMk id="46" creationId="{B36E198C-4DCC-1D46-8341-9C922A2072FF}"/>
          </ac:spMkLst>
        </pc:spChg>
        <pc:spChg chg="del">
          <ac:chgData name="Valkov,Momchil M.I." userId="602502f2-f02b-4dbc-b214-10936151aa62" providerId="ADAL" clId="{42EC36BE-339E-4D58-940C-98D9C495AE88}" dt="2025-05-02T12:35:58.556" v="140" actId="478"/>
          <ac:spMkLst>
            <pc:docMk/>
            <pc:sldMk cId="0" sldId="256"/>
            <ac:spMk id="48" creationId="{00000000-0000-0000-0000-000000000000}"/>
          </ac:spMkLst>
        </pc:spChg>
        <pc:spChg chg="del mod">
          <ac:chgData name="Valkov,Momchil M.I." userId="602502f2-f02b-4dbc-b214-10936151aa62" providerId="ADAL" clId="{42EC36BE-339E-4D58-940C-98D9C495AE88}" dt="2025-05-02T12:35:57.343" v="139" actId="478"/>
          <ac:spMkLst>
            <pc:docMk/>
            <pc:sldMk cId="0" sldId="256"/>
            <ac:spMk id="49" creationId="{00000000-0000-0000-0000-000000000000}"/>
          </ac:spMkLst>
        </pc:spChg>
        <pc:spChg chg="add mod">
          <ac:chgData name="Valkov,Momchil M.I." userId="602502f2-f02b-4dbc-b214-10936151aa62" providerId="ADAL" clId="{42EC36BE-339E-4D58-940C-98D9C495AE88}" dt="2025-05-02T13:29:42.227" v="728" actId="20577"/>
          <ac:spMkLst>
            <pc:docMk/>
            <pc:sldMk cId="0" sldId="256"/>
            <ac:spMk id="56" creationId="{142349D3-B9F4-7985-DB2C-B40B39522241}"/>
          </ac:spMkLst>
        </pc:spChg>
        <pc:spChg chg="add mod">
          <ac:chgData name="Valkov,Momchil M.I." userId="602502f2-f02b-4dbc-b214-10936151aa62" providerId="ADAL" clId="{42EC36BE-339E-4D58-940C-98D9C495AE88}" dt="2025-05-02T13:29:34.655" v="727" actId="1036"/>
          <ac:spMkLst>
            <pc:docMk/>
            <pc:sldMk cId="0" sldId="256"/>
            <ac:spMk id="59" creationId="{763FF30B-E924-0DC6-2D87-B86CF27FFC86}"/>
          </ac:spMkLst>
        </pc:spChg>
        <pc:spChg chg="add mod">
          <ac:chgData name="Valkov,Momchil M.I." userId="602502f2-f02b-4dbc-b214-10936151aa62" providerId="ADAL" clId="{42EC36BE-339E-4D58-940C-98D9C495AE88}" dt="2025-05-02T13:29:34.655" v="727" actId="1036"/>
          <ac:spMkLst>
            <pc:docMk/>
            <pc:sldMk cId="0" sldId="256"/>
            <ac:spMk id="62" creationId="{12348A5F-7C97-89B0-9764-CBBCDF92DC26}"/>
          </ac:spMkLst>
        </pc:spChg>
        <pc:graphicFrameChg chg="add del mod modGraphic">
          <ac:chgData name="Valkov,Momchil M.I." userId="602502f2-f02b-4dbc-b214-10936151aa62" providerId="ADAL" clId="{42EC36BE-339E-4D58-940C-98D9C495AE88}" dt="2025-05-02T12:49:15.834" v="237" actId="478"/>
          <ac:graphicFrameMkLst>
            <pc:docMk/>
            <pc:sldMk cId="0" sldId="256"/>
            <ac:graphicFrameMk id="27" creationId="{2A9E6775-A8F6-FE4F-1FA2-5739842D3CA6}"/>
          </ac:graphicFrameMkLst>
        </pc:graphicFrameChg>
        <pc:picChg chg="mod">
          <ac:chgData name="Valkov,Momchil M.I." userId="602502f2-f02b-4dbc-b214-10936151aa62" providerId="ADAL" clId="{42EC36BE-339E-4D58-940C-98D9C495AE88}" dt="2025-05-02T13:13:52.792" v="629" actId="14100"/>
          <ac:picMkLst>
            <pc:docMk/>
            <pc:sldMk cId="0" sldId="256"/>
            <ac:picMk id="3" creationId="{AD0BF1AD-BA21-844C-457E-992E0C900A4C}"/>
          </ac:picMkLst>
        </pc:picChg>
        <pc:picChg chg="add mod">
          <ac:chgData name="Valkov,Momchil M.I." userId="602502f2-f02b-4dbc-b214-10936151aa62" providerId="ADAL" clId="{42EC36BE-339E-4D58-940C-98D9C495AE88}" dt="2025-05-02T13:30:12.749" v="738" actId="1035"/>
          <ac:picMkLst>
            <pc:docMk/>
            <pc:sldMk cId="0" sldId="256"/>
            <ac:picMk id="10" creationId="{CC044F1B-C1DB-4989-F7DF-0C0CC3462C9E}"/>
          </ac:picMkLst>
        </pc:picChg>
        <pc:picChg chg="mod">
          <ac:chgData name="Valkov,Momchil M.I." userId="602502f2-f02b-4dbc-b214-10936151aa62" providerId="ADAL" clId="{42EC36BE-339E-4D58-940C-98D9C495AE88}" dt="2025-05-02T13:06:24.604" v="624" actId="1076"/>
          <ac:picMkLst>
            <pc:docMk/>
            <pc:sldMk cId="0" sldId="256"/>
            <ac:picMk id="13" creationId="{B02CE036-D6F8-13AC-6CB1-65275643AD2A}"/>
          </ac:picMkLst>
        </pc:picChg>
        <pc:picChg chg="add mod">
          <ac:chgData name="Valkov,Momchil M.I." userId="602502f2-f02b-4dbc-b214-10936151aa62" providerId="ADAL" clId="{42EC36BE-339E-4D58-940C-98D9C495AE88}" dt="2025-05-02T12:26:47.502" v="70" actId="14100"/>
          <ac:picMkLst>
            <pc:docMk/>
            <pc:sldMk cId="0" sldId="256"/>
            <ac:picMk id="18" creationId="{4892B5CC-72E4-63D2-508A-12F7E708E9A1}"/>
          </ac:picMkLst>
        </pc:picChg>
        <pc:picChg chg="add mod modCrop">
          <ac:chgData name="Valkov,Momchil M.I." userId="602502f2-f02b-4dbc-b214-10936151aa62" providerId="ADAL" clId="{42EC36BE-339E-4D58-940C-98D9C495AE88}" dt="2025-05-02T12:47:33.805" v="175" actId="1076"/>
          <ac:picMkLst>
            <pc:docMk/>
            <pc:sldMk cId="0" sldId="256"/>
            <ac:picMk id="22" creationId="{CB6A163E-A7D2-6943-FB69-E1E2D3117855}"/>
          </ac:picMkLst>
        </pc:picChg>
        <pc:picChg chg="del">
          <ac:chgData name="Valkov,Momchil M.I." userId="602502f2-f02b-4dbc-b214-10936151aa62" providerId="ADAL" clId="{42EC36BE-339E-4D58-940C-98D9C495AE88}" dt="2025-05-02T12:35:49.693" v="132" actId="478"/>
          <ac:picMkLst>
            <pc:docMk/>
            <pc:sldMk cId="0" sldId="256"/>
            <ac:picMk id="31" creationId="{00000000-0000-0000-0000-000000000000}"/>
          </ac:picMkLst>
        </pc:picChg>
        <pc:picChg chg="del">
          <ac:chgData name="Valkov,Momchil M.I." userId="602502f2-f02b-4dbc-b214-10936151aa62" providerId="ADAL" clId="{42EC36BE-339E-4D58-940C-98D9C495AE88}" dt="2025-05-02T12:35:55.231" v="137" actId="478"/>
          <ac:picMkLst>
            <pc:docMk/>
            <pc:sldMk cId="0" sldId="256"/>
            <ac:picMk id="32" creationId="{00000000-0000-0000-0000-000000000000}"/>
          </ac:picMkLst>
        </pc:picChg>
        <pc:picChg chg="add del mod">
          <ac:chgData name="Valkov,Momchil M.I." userId="602502f2-f02b-4dbc-b214-10936151aa62" providerId="ADAL" clId="{42EC36BE-339E-4D58-940C-98D9C495AE88}" dt="2025-05-02T12:49:05.605" v="232" actId="478"/>
          <ac:picMkLst>
            <pc:docMk/>
            <pc:sldMk cId="0" sldId="256"/>
            <ac:picMk id="36" creationId="{C94E8C51-BC26-9F35-4880-E4064D418387}"/>
          </ac:picMkLst>
        </pc:picChg>
        <pc:picChg chg="add mod">
          <ac:chgData name="Valkov,Momchil M.I." userId="602502f2-f02b-4dbc-b214-10936151aa62" providerId="ADAL" clId="{42EC36BE-339E-4D58-940C-98D9C495AE88}" dt="2025-05-02T13:29:16.031" v="699" actId="1076"/>
          <ac:picMkLst>
            <pc:docMk/>
            <pc:sldMk cId="0" sldId="256"/>
            <ac:picMk id="40" creationId="{A232F2E5-A2A1-E725-05B9-A2A95ADAAFF7}"/>
          </ac:picMkLst>
        </pc:picChg>
        <pc:picChg chg="del">
          <ac:chgData name="Valkov,Momchil M.I." userId="602502f2-f02b-4dbc-b214-10936151aa62" providerId="ADAL" clId="{42EC36BE-339E-4D58-940C-98D9C495AE88}" dt="2025-05-02T12:14:47.149" v="17" actId="478"/>
          <ac:picMkLst>
            <pc:docMk/>
            <pc:sldMk cId="0" sldId="256"/>
            <ac:picMk id="47" creationId="{00000000-0000-0000-0000-000000000000}"/>
          </ac:picMkLst>
        </pc:picChg>
        <pc:picChg chg="del">
          <ac:chgData name="Valkov,Momchil M.I." userId="602502f2-f02b-4dbc-b214-10936151aa62" providerId="ADAL" clId="{42EC36BE-339E-4D58-940C-98D9C495AE88}" dt="2025-05-02T13:03:54.506" v="598" actId="478"/>
          <ac:picMkLst>
            <pc:docMk/>
            <pc:sldMk cId="0" sldId="256"/>
            <ac:picMk id="51" creationId="{00000000-0000-0000-0000-000000000000}"/>
          </ac:picMkLst>
        </pc:picChg>
        <pc:picChg chg="del">
          <ac:chgData name="Valkov,Momchil M.I." userId="602502f2-f02b-4dbc-b214-10936151aa62" providerId="ADAL" clId="{42EC36BE-339E-4D58-940C-98D9C495AE88}" dt="2025-05-02T12:14:43.969" v="15" actId="478"/>
          <ac:picMkLst>
            <pc:docMk/>
            <pc:sldMk cId="0" sldId="256"/>
            <ac:picMk id="52" creationId="{00000000-0000-0000-0000-000000000000}"/>
          </ac:picMkLst>
        </pc:picChg>
        <pc:picChg chg="del">
          <ac:chgData name="Valkov,Momchil M.I." userId="602502f2-f02b-4dbc-b214-10936151aa62" providerId="ADAL" clId="{42EC36BE-339E-4D58-940C-98D9C495AE88}" dt="2025-05-02T12:14:48.327" v="18" actId="478"/>
          <ac:picMkLst>
            <pc:docMk/>
            <pc:sldMk cId="0" sldId="256"/>
            <ac:picMk id="53" creationId="{00000000-0000-0000-0000-000000000000}"/>
          </ac:picMkLst>
        </pc:picChg>
        <pc:picChg chg="add mod modCrop">
          <ac:chgData name="Valkov,Momchil M.I." userId="602502f2-f02b-4dbc-b214-10936151aa62" providerId="ADAL" clId="{42EC36BE-339E-4D58-940C-98D9C495AE88}" dt="2025-05-02T13:29:34.655" v="727" actId="1036"/>
          <ac:picMkLst>
            <pc:docMk/>
            <pc:sldMk cId="0" sldId="256"/>
            <ac:picMk id="55" creationId="{26D05F86-6F83-14BC-503C-37659D204FC4}"/>
          </ac:picMkLst>
        </pc:picChg>
        <pc:picChg chg="add mod">
          <ac:chgData name="Valkov,Momchil M.I." userId="602502f2-f02b-4dbc-b214-10936151aa62" providerId="ADAL" clId="{42EC36BE-339E-4D58-940C-98D9C495AE88}" dt="2025-05-02T13:29:34.655" v="727" actId="1036"/>
          <ac:picMkLst>
            <pc:docMk/>
            <pc:sldMk cId="0" sldId="256"/>
            <ac:picMk id="58" creationId="{C93FF166-A822-5D86-FD0B-049B468A0FF4}"/>
          </ac:picMkLst>
        </pc:picChg>
        <pc:picChg chg="add mod">
          <ac:chgData name="Valkov,Momchil M.I." userId="602502f2-f02b-4dbc-b214-10936151aa62" providerId="ADAL" clId="{42EC36BE-339E-4D58-940C-98D9C495AE88}" dt="2025-05-02T13:29:34.655" v="727" actId="1036"/>
          <ac:picMkLst>
            <pc:docMk/>
            <pc:sldMk cId="0" sldId="256"/>
            <ac:picMk id="61" creationId="{0E1B1BC3-A607-E363-55AA-3CBD875F9334}"/>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4" name="Shape 24"/>
          <p:cNvSpPr>
            <a:spLocks noGrp="1" noRot="1" noChangeAspect="1"/>
          </p:cNvSpPr>
          <p:nvPr>
            <p:ph type="sldImg"/>
          </p:nvPr>
        </p:nvSpPr>
        <p:spPr>
          <a:xfrm>
            <a:off x="1143000" y="685800"/>
            <a:ext cx="4572000" cy="3429000"/>
          </a:xfrm>
          <a:prstGeom prst="rect">
            <a:avLst/>
          </a:prstGeom>
        </p:spPr>
        <p:txBody>
          <a:bodyPr/>
          <a:lstStyle/>
          <a:p>
            <a:endParaRPr/>
          </a:p>
        </p:txBody>
      </p:sp>
      <p:sp>
        <p:nvSpPr>
          <p:cNvPr id="25" name="Shape 25"/>
          <p:cNvSpPr>
            <a:spLocks noGrp="1"/>
          </p:cNvSpPr>
          <p:nvPr>
            <p:ph type="body" sz="quarter" idx="1"/>
          </p:nvPr>
        </p:nvSpPr>
        <p:spPr>
          <a:xfrm>
            <a:off x="914400" y="4343400"/>
            <a:ext cx="5029200" cy="4114800"/>
          </a:xfrm>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defTabSz="2633155" latinLnBrk="0">
      <a:defRPr sz="3400">
        <a:latin typeface="+mn-lt"/>
        <a:ea typeface="+mn-ea"/>
        <a:cs typeface="+mn-cs"/>
        <a:sym typeface="Calibri"/>
      </a:defRPr>
    </a:lvl1pPr>
    <a:lvl2pPr indent="228600" defTabSz="2633155" latinLnBrk="0">
      <a:defRPr sz="3400">
        <a:latin typeface="+mn-lt"/>
        <a:ea typeface="+mn-ea"/>
        <a:cs typeface="+mn-cs"/>
        <a:sym typeface="Calibri"/>
      </a:defRPr>
    </a:lvl2pPr>
    <a:lvl3pPr indent="457200" defTabSz="2633155" latinLnBrk="0">
      <a:defRPr sz="3400">
        <a:latin typeface="+mn-lt"/>
        <a:ea typeface="+mn-ea"/>
        <a:cs typeface="+mn-cs"/>
        <a:sym typeface="Calibri"/>
      </a:defRPr>
    </a:lvl3pPr>
    <a:lvl4pPr indent="685800" defTabSz="2633155" latinLnBrk="0">
      <a:defRPr sz="3400">
        <a:latin typeface="+mn-lt"/>
        <a:ea typeface="+mn-ea"/>
        <a:cs typeface="+mn-cs"/>
        <a:sym typeface="Calibri"/>
      </a:defRPr>
    </a:lvl4pPr>
    <a:lvl5pPr indent="914400" defTabSz="2633155" latinLnBrk="0">
      <a:defRPr sz="3400">
        <a:latin typeface="+mn-lt"/>
        <a:ea typeface="+mn-ea"/>
        <a:cs typeface="+mn-cs"/>
        <a:sym typeface="Calibri"/>
      </a:defRPr>
    </a:lvl5pPr>
    <a:lvl6pPr indent="1143000" defTabSz="2633155" latinLnBrk="0">
      <a:defRPr sz="3400">
        <a:latin typeface="+mn-lt"/>
        <a:ea typeface="+mn-ea"/>
        <a:cs typeface="+mn-cs"/>
        <a:sym typeface="Calibri"/>
      </a:defRPr>
    </a:lvl6pPr>
    <a:lvl7pPr indent="1371600" defTabSz="2633155" latinLnBrk="0">
      <a:defRPr sz="3400">
        <a:latin typeface="+mn-lt"/>
        <a:ea typeface="+mn-ea"/>
        <a:cs typeface="+mn-cs"/>
        <a:sym typeface="Calibri"/>
      </a:defRPr>
    </a:lvl7pPr>
    <a:lvl8pPr indent="1600200" defTabSz="2633155" latinLnBrk="0">
      <a:defRPr sz="3400">
        <a:latin typeface="+mn-lt"/>
        <a:ea typeface="+mn-ea"/>
        <a:cs typeface="+mn-cs"/>
        <a:sym typeface="Calibri"/>
      </a:defRPr>
    </a:lvl8pPr>
    <a:lvl9pPr indent="1828800" defTabSz="2633155" latinLnBrk="0">
      <a:defRPr sz="3400">
        <a:latin typeface="+mn-lt"/>
        <a:ea typeface="+mn-ea"/>
        <a:cs typeface="+mn-cs"/>
        <a:sym typeface="Calibri"/>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x">
  <p:cSld name="FB AI">
    <p:spTree>
      <p:nvGrpSpPr>
        <p:cNvPr id="1" name=""/>
        <p:cNvGrpSpPr/>
        <p:nvPr/>
      </p:nvGrpSpPr>
      <p:grpSpPr>
        <a:xfrm>
          <a:off x="0" y="0"/>
          <a:ext cx="0" cy="0"/>
          <a:chOff x="0" y="0"/>
          <a:chExt cx="0" cy="0"/>
        </a:xfrm>
      </p:grpSpPr>
      <p:sp>
        <p:nvSpPr>
          <p:cNvPr id="11"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2.xml><?xml version="1.0" encoding="utf-8"?>
<p:sldLayout xmlns:a="http://schemas.openxmlformats.org/drawingml/2006/main" xmlns:r="http://schemas.openxmlformats.org/officeDocument/2006/relationships" xmlns:p="http://schemas.openxmlformats.org/presentationml/2006/main" type="tx">
  <p:cSld name="FB AI Research ">
    <p:spTree>
      <p:nvGrpSpPr>
        <p:cNvPr id="1" name=""/>
        <p:cNvGrpSpPr/>
        <p:nvPr/>
      </p:nvGrpSpPr>
      <p:grpSpPr>
        <a:xfrm>
          <a:off x="0" y="0"/>
          <a:ext cx="0" cy="0"/>
          <a:chOff x="0" y="0"/>
          <a:chExt cx="0" cy="0"/>
        </a:xfrm>
      </p:grpSpPr>
      <p:sp>
        <p:nvSpPr>
          <p:cNvPr id="18"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Text"/>
          <p:cNvSpPr txBox="1">
            <a:spLocks noGrp="1"/>
          </p:cNvSpPr>
          <p:nvPr>
            <p:ph type="title"/>
          </p:nvPr>
        </p:nvSpPr>
        <p:spPr>
          <a:xfrm>
            <a:off x="1645920" y="294640"/>
            <a:ext cx="29626561" cy="482600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lstStyle/>
          <a:p>
            <a:r>
              <a:t>Title Text</a:t>
            </a:r>
          </a:p>
        </p:txBody>
      </p:sp>
      <p:sp>
        <p:nvSpPr>
          <p:cNvPr id="3" name="Body Level One…"/>
          <p:cNvSpPr txBox="1">
            <a:spLocks noGrp="1"/>
          </p:cNvSpPr>
          <p:nvPr>
            <p:ph type="body" idx="1"/>
          </p:nvPr>
        </p:nvSpPr>
        <p:spPr>
          <a:xfrm>
            <a:off x="1645920" y="5120640"/>
            <a:ext cx="29626561" cy="1682496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lstStyle/>
          <a:p>
            <a:r>
              <a:t>Body Level One</a:t>
            </a:r>
          </a:p>
          <a:p>
            <a:pPr lvl="1"/>
            <a:r>
              <a:t>Body Level Two</a:t>
            </a:r>
          </a:p>
          <a:p>
            <a:pPr lvl="2"/>
            <a:r>
              <a:t>Body Level Three</a:t>
            </a:r>
          </a:p>
          <a:p>
            <a:pPr lvl="3"/>
            <a:r>
              <a:t>Body Level Four</a:t>
            </a:r>
          </a:p>
          <a:p>
            <a:pPr lvl="4"/>
            <a:r>
              <a:t>Body Level Five</a:t>
            </a:r>
          </a:p>
        </p:txBody>
      </p:sp>
      <p:sp>
        <p:nvSpPr>
          <p:cNvPr id="4" name="Slide Number"/>
          <p:cNvSpPr txBox="1">
            <a:spLocks noGrp="1"/>
          </p:cNvSpPr>
          <p:nvPr>
            <p:ph type="sldNum" sz="quarter" idx="2"/>
          </p:nvPr>
        </p:nvSpPr>
        <p:spPr>
          <a:xfrm>
            <a:off x="15910559" y="19756119"/>
            <a:ext cx="7680961" cy="1168401"/>
          </a:xfrm>
          <a:prstGeom prst="rect">
            <a:avLst/>
          </a:prstGeom>
          <a:ln w="12700">
            <a:miter lim="400000"/>
          </a:ln>
        </p:spPr>
        <p:txBody>
          <a:bodyPr wrap="none" lIns="45719" rIns="45719" anchor="ctr">
            <a:spAutoFit/>
          </a:bodyPr>
          <a:lstStyle>
            <a:lvl1pPr algn="r"/>
          </a:lstStyle>
          <a:p>
            <a:fld id="{86CB4B4D-7CA3-9044-876B-883B54F8677D}" type="slidenum">
              <a:t>‹#›</a:t>
            </a:fld>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transition spd="med"/>
  <p:txStyles>
    <p:titleStyle>
      <a:lvl1pPr marL="0" marR="0" indent="0" algn="l" defTabSz="2926226" rtl="0" latinLnBrk="0">
        <a:lnSpc>
          <a:spcPct val="90000"/>
        </a:lnSpc>
        <a:spcBef>
          <a:spcPts val="0"/>
        </a:spcBef>
        <a:spcAft>
          <a:spcPts val="0"/>
        </a:spcAft>
        <a:buClrTx/>
        <a:buSzTx/>
        <a:buFontTx/>
        <a:buNone/>
        <a:tabLst/>
        <a:defRPr sz="14000" b="0" i="0" u="none" strike="noStrike" cap="none" spc="0" baseline="0">
          <a:solidFill>
            <a:srgbClr val="000000"/>
          </a:solidFill>
          <a:uFillTx/>
          <a:latin typeface="Calibri Light"/>
          <a:ea typeface="Calibri Light"/>
          <a:cs typeface="Calibri Light"/>
          <a:sym typeface="Calibri Light"/>
        </a:defRPr>
      </a:lvl1pPr>
      <a:lvl2pPr marL="0" marR="0" indent="0" algn="l" defTabSz="2926226" rtl="0" latinLnBrk="0">
        <a:lnSpc>
          <a:spcPct val="90000"/>
        </a:lnSpc>
        <a:spcBef>
          <a:spcPts val="0"/>
        </a:spcBef>
        <a:spcAft>
          <a:spcPts val="0"/>
        </a:spcAft>
        <a:buClrTx/>
        <a:buSzTx/>
        <a:buFontTx/>
        <a:buNone/>
        <a:tabLst/>
        <a:defRPr sz="14000" b="0" i="0" u="none" strike="noStrike" cap="none" spc="0" baseline="0">
          <a:solidFill>
            <a:srgbClr val="000000"/>
          </a:solidFill>
          <a:uFillTx/>
          <a:latin typeface="Calibri Light"/>
          <a:ea typeface="Calibri Light"/>
          <a:cs typeface="Calibri Light"/>
          <a:sym typeface="Calibri Light"/>
        </a:defRPr>
      </a:lvl2pPr>
      <a:lvl3pPr marL="0" marR="0" indent="0" algn="l" defTabSz="2926226" rtl="0" latinLnBrk="0">
        <a:lnSpc>
          <a:spcPct val="90000"/>
        </a:lnSpc>
        <a:spcBef>
          <a:spcPts val="0"/>
        </a:spcBef>
        <a:spcAft>
          <a:spcPts val="0"/>
        </a:spcAft>
        <a:buClrTx/>
        <a:buSzTx/>
        <a:buFontTx/>
        <a:buNone/>
        <a:tabLst/>
        <a:defRPr sz="14000" b="0" i="0" u="none" strike="noStrike" cap="none" spc="0" baseline="0">
          <a:solidFill>
            <a:srgbClr val="000000"/>
          </a:solidFill>
          <a:uFillTx/>
          <a:latin typeface="Calibri Light"/>
          <a:ea typeface="Calibri Light"/>
          <a:cs typeface="Calibri Light"/>
          <a:sym typeface="Calibri Light"/>
        </a:defRPr>
      </a:lvl3pPr>
      <a:lvl4pPr marL="0" marR="0" indent="0" algn="l" defTabSz="2926226" rtl="0" latinLnBrk="0">
        <a:lnSpc>
          <a:spcPct val="90000"/>
        </a:lnSpc>
        <a:spcBef>
          <a:spcPts val="0"/>
        </a:spcBef>
        <a:spcAft>
          <a:spcPts val="0"/>
        </a:spcAft>
        <a:buClrTx/>
        <a:buSzTx/>
        <a:buFontTx/>
        <a:buNone/>
        <a:tabLst/>
        <a:defRPr sz="14000" b="0" i="0" u="none" strike="noStrike" cap="none" spc="0" baseline="0">
          <a:solidFill>
            <a:srgbClr val="000000"/>
          </a:solidFill>
          <a:uFillTx/>
          <a:latin typeface="Calibri Light"/>
          <a:ea typeface="Calibri Light"/>
          <a:cs typeface="Calibri Light"/>
          <a:sym typeface="Calibri Light"/>
        </a:defRPr>
      </a:lvl4pPr>
      <a:lvl5pPr marL="0" marR="0" indent="0" algn="l" defTabSz="2926226" rtl="0" latinLnBrk="0">
        <a:lnSpc>
          <a:spcPct val="90000"/>
        </a:lnSpc>
        <a:spcBef>
          <a:spcPts val="0"/>
        </a:spcBef>
        <a:spcAft>
          <a:spcPts val="0"/>
        </a:spcAft>
        <a:buClrTx/>
        <a:buSzTx/>
        <a:buFontTx/>
        <a:buNone/>
        <a:tabLst/>
        <a:defRPr sz="14000" b="0" i="0" u="none" strike="noStrike" cap="none" spc="0" baseline="0">
          <a:solidFill>
            <a:srgbClr val="000000"/>
          </a:solidFill>
          <a:uFillTx/>
          <a:latin typeface="Calibri Light"/>
          <a:ea typeface="Calibri Light"/>
          <a:cs typeface="Calibri Light"/>
          <a:sym typeface="Calibri Light"/>
        </a:defRPr>
      </a:lvl5pPr>
      <a:lvl6pPr marL="0" marR="0" indent="0" algn="l" defTabSz="2926226" rtl="0" latinLnBrk="0">
        <a:lnSpc>
          <a:spcPct val="90000"/>
        </a:lnSpc>
        <a:spcBef>
          <a:spcPts val="0"/>
        </a:spcBef>
        <a:spcAft>
          <a:spcPts val="0"/>
        </a:spcAft>
        <a:buClrTx/>
        <a:buSzTx/>
        <a:buFontTx/>
        <a:buNone/>
        <a:tabLst/>
        <a:defRPr sz="14000" b="0" i="0" u="none" strike="noStrike" cap="none" spc="0" baseline="0">
          <a:solidFill>
            <a:srgbClr val="000000"/>
          </a:solidFill>
          <a:uFillTx/>
          <a:latin typeface="Calibri Light"/>
          <a:ea typeface="Calibri Light"/>
          <a:cs typeface="Calibri Light"/>
          <a:sym typeface="Calibri Light"/>
        </a:defRPr>
      </a:lvl6pPr>
      <a:lvl7pPr marL="0" marR="0" indent="0" algn="l" defTabSz="2926226" rtl="0" latinLnBrk="0">
        <a:lnSpc>
          <a:spcPct val="90000"/>
        </a:lnSpc>
        <a:spcBef>
          <a:spcPts val="0"/>
        </a:spcBef>
        <a:spcAft>
          <a:spcPts val="0"/>
        </a:spcAft>
        <a:buClrTx/>
        <a:buSzTx/>
        <a:buFontTx/>
        <a:buNone/>
        <a:tabLst/>
        <a:defRPr sz="14000" b="0" i="0" u="none" strike="noStrike" cap="none" spc="0" baseline="0">
          <a:solidFill>
            <a:srgbClr val="000000"/>
          </a:solidFill>
          <a:uFillTx/>
          <a:latin typeface="Calibri Light"/>
          <a:ea typeface="Calibri Light"/>
          <a:cs typeface="Calibri Light"/>
          <a:sym typeface="Calibri Light"/>
        </a:defRPr>
      </a:lvl7pPr>
      <a:lvl8pPr marL="0" marR="0" indent="0" algn="l" defTabSz="2926226" rtl="0" latinLnBrk="0">
        <a:lnSpc>
          <a:spcPct val="90000"/>
        </a:lnSpc>
        <a:spcBef>
          <a:spcPts val="0"/>
        </a:spcBef>
        <a:spcAft>
          <a:spcPts val="0"/>
        </a:spcAft>
        <a:buClrTx/>
        <a:buSzTx/>
        <a:buFontTx/>
        <a:buNone/>
        <a:tabLst/>
        <a:defRPr sz="14000" b="0" i="0" u="none" strike="noStrike" cap="none" spc="0" baseline="0">
          <a:solidFill>
            <a:srgbClr val="000000"/>
          </a:solidFill>
          <a:uFillTx/>
          <a:latin typeface="Calibri Light"/>
          <a:ea typeface="Calibri Light"/>
          <a:cs typeface="Calibri Light"/>
          <a:sym typeface="Calibri Light"/>
        </a:defRPr>
      </a:lvl8pPr>
      <a:lvl9pPr marL="0" marR="0" indent="0" algn="l" defTabSz="2926226" rtl="0" latinLnBrk="0">
        <a:lnSpc>
          <a:spcPct val="90000"/>
        </a:lnSpc>
        <a:spcBef>
          <a:spcPts val="0"/>
        </a:spcBef>
        <a:spcAft>
          <a:spcPts val="0"/>
        </a:spcAft>
        <a:buClrTx/>
        <a:buSzTx/>
        <a:buFontTx/>
        <a:buNone/>
        <a:tabLst/>
        <a:defRPr sz="14000" b="0" i="0" u="none" strike="noStrike" cap="none" spc="0" baseline="0">
          <a:solidFill>
            <a:srgbClr val="000000"/>
          </a:solidFill>
          <a:uFillTx/>
          <a:latin typeface="Calibri Light"/>
          <a:ea typeface="Calibri Light"/>
          <a:cs typeface="Calibri Light"/>
          <a:sym typeface="Calibri Light"/>
        </a:defRPr>
      </a:lvl9pPr>
    </p:titleStyle>
    <p:bodyStyle>
      <a:lvl1pPr marL="731556" marR="0" indent="-731556" algn="l" defTabSz="2926226" rtl="0" latinLnBrk="0">
        <a:lnSpc>
          <a:spcPct val="90000"/>
        </a:lnSpc>
        <a:spcBef>
          <a:spcPts val="3200"/>
        </a:spcBef>
        <a:spcAft>
          <a:spcPts val="0"/>
        </a:spcAft>
        <a:buClrTx/>
        <a:buSzPct val="100000"/>
        <a:buFont typeface="Arial"/>
        <a:buChar char="•"/>
        <a:tabLst/>
        <a:defRPr sz="8900" b="0" i="0" u="none" strike="noStrike" cap="none" spc="0" baseline="0">
          <a:solidFill>
            <a:srgbClr val="000000"/>
          </a:solidFill>
          <a:uFillTx/>
          <a:latin typeface="+mn-lt"/>
          <a:ea typeface="+mn-ea"/>
          <a:cs typeface="+mn-cs"/>
          <a:sym typeface="Calibri"/>
        </a:defRPr>
      </a:lvl1pPr>
      <a:lvl2pPr marL="2319804" marR="0" indent="-856691" algn="l" defTabSz="2926226" rtl="0" latinLnBrk="0">
        <a:lnSpc>
          <a:spcPct val="90000"/>
        </a:lnSpc>
        <a:spcBef>
          <a:spcPts val="3200"/>
        </a:spcBef>
        <a:spcAft>
          <a:spcPts val="0"/>
        </a:spcAft>
        <a:buClrTx/>
        <a:buSzPct val="100000"/>
        <a:buFont typeface="Arial"/>
        <a:buChar char="•"/>
        <a:tabLst/>
        <a:defRPr sz="8900" b="0" i="0" u="none" strike="noStrike" cap="none" spc="0" baseline="0">
          <a:solidFill>
            <a:srgbClr val="000000"/>
          </a:solidFill>
          <a:uFillTx/>
          <a:latin typeface="+mn-lt"/>
          <a:ea typeface="+mn-ea"/>
          <a:cs typeface="+mn-cs"/>
          <a:sym typeface="Calibri"/>
        </a:defRPr>
      </a:lvl2pPr>
      <a:lvl3pPr marL="3943547" marR="0" indent="-1017321" algn="l" defTabSz="2926226" rtl="0" latinLnBrk="0">
        <a:lnSpc>
          <a:spcPct val="90000"/>
        </a:lnSpc>
        <a:spcBef>
          <a:spcPts val="3200"/>
        </a:spcBef>
        <a:spcAft>
          <a:spcPts val="0"/>
        </a:spcAft>
        <a:buClrTx/>
        <a:buSzPct val="100000"/>
        <a:buFont typeface="Arial"/>
        <a:buChar char="•"/>
        <a:tabLst/>
        <a:defRPr sz="8900" b="0" i="0" u="none" strike="noStrike" cap="none" spc="0" baseline="0">
          <a:solidFill>
            <a:srgbClr val="000000"/>
          </a:solidFill>
          <a:uFillTx/>
          <a:latin typeface="+mn-lt"/>
          <a:ea typeface="+mn-ea"/>
          <a:cs typeface="+mn-cs"/>
          <a:sym typeface="Calibri"/>
        </a:defRPr>
      </a:lvl3pPr>
      <a:lvl4pPr marL="5531594" marR="0" indent="-1142255" algn="l" defTabSz="2926226" rtl="0" latinLnBrk="0">
        <a:lnSpc>
          <a:spcPct val="90000"/>
        </a:lnSpc>
        <a:spcBef>
          <a:spcPts val="3200"/>
        </a:spcBef>
        <a:spcAft>
          <a:spcPts val="0"/>
        </a:spcAft>
        <a:buClrTx/>
        <a:buSzPct val="100000"/>
        <a:buFont typeface="Arial"/>
        <a:buChar char="•"/>
        <a:tabLst/>
        <a:defRPr sz="8900" b="0" i="0" u="none" strike="noStrike" cap="none" spc="0" baseline="0">
          <a:solidFill>
            <a:srgbClr val="000000"/>
          </a:solidFill>
          <a:uFillTx/>
          <a:latin typeface="+mn-lt"/>
          <a:ea typeface="+mn-ea"/>
          <a:cs typeface="+mn-cs"/>
          <a:sym typeface="Calibri"/>
        </a:defRPr>
      </a:lvl4pPr>
      <a:lvl5pPr marL="6994707" marR="0" indent="-1142255" algn="l" defTabSz="2926226" rtl="0" latinLnBrk="0">
        <a:lnSpc>
          <a:spcPct val="90000"/>
        </a:lnSpc>
        <a:spcBef>
          <a:spcPts val="3200"/>
        </a:spcBef>
        <a:spcAft>
          <a:spcPts val="0"/>
        </a:spcAft>
        <a:buClrTx/>
        <a:buSzPct val="100000"/>
        <a:buFont typeface="Arial"/>
        <a:buChar char="•"/>
        <a:tabLst/>
        <a:defRPr sz="8900" b="0" i="0" u="none" strike="noStrike" cap="none" spc="0" baseline="0">
          <a:solidFill>
            <a:srgbClr val="000000"/>
          </a:solidFill>
          <a:uFillTx/>
          <a:latin typeface="+mn-lt"/>
          <a:ea typeface="+mn-ea"/>
          <a:cs typeface="+mn-cs"/>
          <a:sym typeface="Calibri"/>
        </a:defRPr>
      </a:lvl5pPr>
      <a:lvl6pPr marL="8457820" marR="0" indent="-1142255" algn="l" defTabSz="2926226" rtl="0" latinLnBrk="0">
        <a:lnSpc>
          <a:spcPct val="90000"/>
        </a:lnSpc>
        <a:spcBef>
          <a:spcPts val="3200"/>
        </a:spcBef>
        <a:spcAft>
          <a:spcPts val="0"/>
        </a:spcAft>
        <a:buClrTx/>
        <a:buSzPct val="100000"/>
        <a:buFont typeface="Arial"/>
        <a:buChar char="•"/>
        <a:tabLst/>
        <a:defRPr sz="8900" b="0" i="0" u="none" strike="noStrike" cap="none" spc="0" baseline="0">
          <a:solidFill>
            <a:srgbClr val="000000"/>
          </a:solidFill>
          <a:uFillTx/>
          <a:latin typeface="+mn-lt"/>
          <a:ea typeface="+mn-ea"/>
          <a:cs typeface="+mn-cs"/>
          <a:sym typeface="Calibri"/>
        </a:defRPr>
      </a:lvl6pPr>
      <a:lvl7pPr marL="9920933" marR="0" indent="-1142255" algn="l" defTabSz="2926226" rtl="0" latinLnBrk="0">
        <a:lnSpc>
          <a:spcPct val="90000"/>
        </a:lnSpc>
        <a:spcBef>
          <a:spcPts val="3200"/>
        </a:spcBef>
        <a:spcAft>
          <a:spcPts val="0"/>
        </a:spcAft>
        <a:buClrTx/>
        <a:buSzPct val="100000"/>
        <a:buFont typeface="Arial"/>
        <a:buChar char="•"/>
        <a:tabLst/>
        <a:defRPr sz="8900" b="0" i="0" u="none" strike="noStrike" cap="none" spc="0" baseline="0">
          <a:solidFill>
            <a:srgbClr val="000000"/>
          </a:solidFill>
          <a:uFillTx/>
          <a:latin typeface="+mn-lt"/>
          <a:ea typeface="+mn-ea"/>
          <a:cs typeface="+mn-cs"/>
          <a:sym typeface="Calibri"/>
        </a:defRPr>
      </a:lvl7pPr>
      <a:lvl8pPr marL="11384047" marR="0" indent="-1142255" algn="l" defTabSz="2926226" rtl="0" latinLnBrk="0">
        <a:lnSpc>
          <a:spcPct val="90000"/>
        </a:lnSpc>
        <a:spcBef>
          <a:spcPts val="3200"/>
        </a:spcBef>
        <a:spcAft>
          <a:spcPts val="0"/>
        </a:spcAft>
        <a:buClrTx/>
        <a:buSzPct val="100000"/>
        <a:buFont typeface="Arial"/>
        <a:buChar char="•"/>
        <a:tabLst/>
        <a:defRPr sz="8900" b="0" i="0" u="none" strike="noStrike" cap="none" spc="0" baseline="0">
          <a:solidFill>
            <a:srgbClr val="000000"/>
          </a:solidFill>
          <a:uFillTx/>
          <a:latin typeface="+mn-lt"/>
          <a:ea typeface="+mn-ea"/>
          <a:cs typeface="+mn-cs"/>
          <a:sym typeface="Calibri"/>
        </a:defRPr>
      </a:lvl8pPr>
      <a:lvl9pPr marL="12847160" marR="0" indent="-1142255" algn="l" defTabSz="2926226" rtl="0" latinLnBrk="0">
        <a:lnSpc>
          <a:spcPct val="90000"/>
        </a:lnSpc>
        <a:spcBef>
          <a:spcPts val="3200"/>
        </a:spcBef>
        <a:spcAft>
          <a:spcPts val="0"/>
        </a:spcAft>
        <a:buClrTx/>
        <a:buSzPct val="100000"/>
        <a:buFont typeface="Arial"/>
        <a:buChar char="•"/>
        <a:tabLst/>
        <a:defRPr sz="8900" b="0" i="0" u="none" strike="noStrike" cap="none" spc="0" baseline="0">
          <a:solidFill>
            <a:srgbClr val="000000"/>
          </a:solidFill>
          <a:uFillTx/>
          <a:latin typeface="+mn-lt"/>
          <a:ea typeface="+mn-ea"/>
          <a:cs typeface="+mn-cs"/>
          <a:sym typeface="Calibri"/>
        </a:defRPr>
      </a:lvl9pPr>
    </p:bodyStyle>
    <p:otherStyle>
      <a:lvl1pPr marL="0" marR="0" indent="0" algn="r" defTabSz="326532"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1pPr>
      <a:lvl2pPr marL="0" marR="0" indent="326532" algn="r" defTabSz="326532"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2pPr>
      <a:lvl3pPr marL="0" marR="0" indent="653064" algn="r" defTabSz="326532"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3pPr>
      <a:lvl4pPr marL="0" marR="0" indent="979596" algn="r" defTabSz="326532"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4pPr>
      <a:lvl5pPr marL="0" marR="0" indent="1306128" algn="r" defTabSz="326532"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5pPr>
      <a:lvl6pPr marL="0" marR="0" indent="1632661" algn="r" defTabSz="326532"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6pPr>
      <a:lvl7pPr marL="0" marR="0" indent="1959193" algn="r" defTabSz="326532"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7pPr>
      <a:lvl8pPr marL="0" marR="0" indent="2285725" algn="r" defTabSz="326532"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8pPr>
      <a:lvl9pPr marL="0" marR="0" indent="2612257" algn="r" defTabSz="326532"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10" Type="http://schemas.openxmlformats.org/officeDocument/2006/relationships/image" Target="../media/image9.png"/><Relationship Id="rId4" Type="http://schemas.openxmlformats.org/officeDocument/2006/relationships/image" Target="../media/image3.png"/><Relationship Id="rId9"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6CBEDE31-2D0B-9D25-69D9-E4251B194AA1}"/>
              </a:ext>
            </a:extLst>
          </p:cNvPr>
          <p:cNvSpPr/>
          <p:nvPr/>
        </p:nvSpPr>
        <p:spPr>
          <a:xfrm>
            <a:off x="0" y="-11935"/>
            <a:ext cx="32918400" cy="2909315"/>
          </a:xfrm>
          <a:prstGeom prst="rect">
            <a:avLst/>
          </a:prstGeom>
          <a:solidFill>
            <a:srgbClr val="6851EB"/>
          </a:solidFill>
          <a:ln w="12700" cap="flat">
            <a:solidFill>
              <a:srgbClr val="6851EB"/>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l" defTabSz="326532" rtl="0" fontAlgn="auto" latinLnBrk="0" hangingPunct="0">
              <a:lnSpc>
                <a:spcPct val="100000"/>
              </a:lnSpc>
              <a:spcBef>
                <a:spcPts val="0"/>
              </a:spcBef>
              <a:spcAft>
                <a:spcPts val="0"/>
              </a:spcAft>
              <a:buClrTx/>
              <a:buSzTx/>
              <a:buFontTx/>
              <a:buNone/>
              <a:tabLst/>
            </a:pPr>
            <a:endParaRPr kumimoji="0" lang="en-US" sz="1200" b="0" i="0" u="none" strike="noStrike" cap="none" spc="0" normalizeH="0" baseline="0">
              <a:ln>
                <a:noFill/>
              </a:ln>
              <a:solidFill>
                <a:srgbClr val="000000"/>
              </a:solidFill>
              <a:effectLst/>
              <a:uFillTx/>
              <a:latin typeface="+mn-lt"/>
              <a:ea typeface="+mn-ea"/>
              <a:cs typeface="+mn-cs"/>
              <a:sym typeface="Calibri"/>
            </a:endParaRPr>
          </a:p>
        </p:txBody>
      </p:sp>
      <p:sp>
        <p:nvSpPr>
          <p:cNvPr id="30" name="TextBox 35"/>
          <p:cNvSpPr txBox="1"/>
          <p:nvPr/>
        </p:nvSpPr>
        <p:spPr>
          <a:xfrm>
            <a:off x="333434" y="796028"/>
            <a:ext cx="20017205" cy="144655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45719" rIns="45719">
            <a:spAutoFit/>
          </a:bodyPr>
          <a:lstStyle>
            <a:lvl1pPr>
              <a:defRPr sz="5500">
                <a:latin typeface="Arial"/>
                <a:ea typeface="Arial"/>
                <a:cs typeface="Arial"/>
                <a:sym typeface="Arial"/>
              </a:defRPr>
            </a:lvl1pPr>
          </a:lstStyle>
          <a:p>
            <a:r>
              <a:rPr lang="en-US" sz="4400" b="1" dirty="0">
                <a:solidFill>
                  <a:srgbClr val="F5F5F5"/>
                </a:solidFill>
              </a:rPr>
              <a:t>Tree Health Monitoring Using Deep Learning:</a:t>
            </a:r>
          </a:p>
          <a:p>
            <a:r>
              <a:rPr lang="en-US" sz="4400" b="1" dirty="0">
                <a:solidFill>
                  <a:srgbClr val="F5F5F5"/>
                </a:solidFill>
              </a:rPr>
              <a:t>A Comparative Study of Models for Imbalanced Environmental Data</a:t>
            </a:r>
          </a:p>
        </p:txBody>
      </p:sp>
      <p:sp>
        <p:nvSpPr>
          <p:cNvPr id="33" name="TextBox 38"/>
          <p:cNvSpPr txBox="1"/>
          <p:nvPr/>
        </p:nvSpPr>
        <p:spPr>
          <a:xfrm>
            <a:off x="986246" y="3580560"/>
            <a:ext cx="9064534" cy="615553"/>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spAutoFit/>
          </a:bodyPr>
          <a:lstStyle>
            <a:lvl1pPr>
              <a:defRPr sz="3400">
                <a:latin typeface="Arial"/>
                <a:ea typeface="Arial"/>
                <a:cs typeface="Arial"/>
                <a:sym typeface="Arial"/>
              </a:defRPr>
            </a:lvl1pPr>
          </a:lstStyle>
          <a:p>
            <a:pPr algn="ctr"/>
            <a:r>
              <a:rPr lang="en-GB" b="1" dirty="0">
                <a:solidFill>
                  <a:srgbClr val="6851EB"/>
                </a:solidFill>
              </a:rPr>
              <a:t>GOAL</a:t>
            </a:r>
            <a:endParaRPr b="1" dirty="0">
              <a:solidFill>
                <a:srgbClr val="6851EB"/>
              </a:solidFill>
            </a:endParaRPr>
          </a:p>
        </p:txBody>
      </p:sp>
      <p:sp>
        <p:nvSpPr>
          <p:cNvPr id="34" name="TextBox 39"/>
          <p:cNvSpPr txBox="1"/>
          <p:nvPr/>
        </p:nvSpPr>
        <p:spPr>
          <a:xfrm>
            <a:off x="986246" y="4476745"/>
            <a:ext cx="9064534" cy="2383473"/>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spAutoFit/>
          </a:bodyPr>
          <a:lstStyle>
            <a:lvl1pPr>
              <a:lnSpc>
                <a:spcPct val="120000"/>
              </a:lnSpc>
              <a:defRPr sz="2100">
                <a:solidFill>
                  <a:srgbClr val="344854"/>
                </a:solidFill>
                <a:latin typeface="Arial"/>
                <a:ea typeface="Arial"/>
                <a:cs typeface="Arial"/>
                <a:sym typeface="Arial"/>
              </a:defRPr>
            </a:lvl1pPr>
          </a:lstStyle>
          <a:p>
            <a:pPr algn="just"/>
            <a:r>
              <a:rPr lang="en-US" dirty="0"/>
              <a:t>This project aims to automate the classification of tree health using deep learning, replacing the slow and time-consuming manual inspections. By using image data collected from a tree nursery in the UK, the system seeks to detect early signs of decline and stress in real time. Automating this process can enable faster intervention, support urban environmental resilience, and provide valuable insights into tree health over time.</a:t>
            </a:r>
            <a:endParaRPr dirty="0"/>
          </a:p>
        </p:txBody>
      </p:sp>
      <p:sp>
        <p:nvSpPr>
          <p:cNvPr id="50" name="TextBox 37"/>
          <p:cNvSpPr txBox="1"/>
          <p:nvPr/>
        </p:nvSpPr>
        <p:spPr>
          <a:xfrm>
            <a:off x="18174914" y="951575"/>
            <a:ext cx="6052723" cy="1138773"/>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spAutoFit/>
          </a:bodyPr>
          <a:lstStyle/>
          <a:p>
            <a:pPr algn="ctr">
              <a:spcBef>
                <a:spcPts val="300"/>
              </a:spcBef>
              <a:defRPr sz="2100">
                <a:latin typeface="Arial"/>
                <a:ea typeface="Arial"/>
                <a:cs typeface="Arial"/>
                <a:sym typeface="Arial"/>
              </a:defRPr>
            </a:pPr>
            <a:r>
              <a:rPr lang="en-US" sz="2100" dirty="0">
                <a:solidFill>
                  <a:srgbClr val="F5F5F5"/>
                </a:solidFill>
              </a:rPr>
              <a:t>Momchil Valkov</a:t>
            </a:r>
          </a:p>
          <a:p>
            <a:pPr algn="ctr">
              <a:spcBef>
                <a:spcPts val="300"/>
              </a:spcBef>
              <a:defRPr sz="2100">
                <a:latin typeface="Arial"/>
                <a:ea typeface="Arial"/>
                <a:cs typeface="Arial"/>
                <a:sym typeface="Arial"/>
              </a:defRPr>
            </a:pPr>
            <a:r>
              <a:rPr lang="en-US" sz="2100" dirty="0">
                <a:solidFill>
                  <a:srgbClr val="F5F5F5"/>
                </a:solidFill>
              </a:rPr>
              <a:t>Marcel </a:t>
            </a:r>
            <a:r>
              <a:rPr lang="en-US" sz="2100" dirty="0" err="1">
                <a:solidFill>
                  <a:srgbClr val="F5F5F5"/>
                </a:solidFill>
              </a:rPr>
              <a:t>Steegh</a:t>
            </a:r>
            <a:r>
              <a:rPr lang="en-US" sz="2100" dirty="0">
                <a:solidFill>
                  <a:srgbClr val="F5F5F5"/>
                </a:solidFill>
              </a:rPr>
              <a:t> | Dr. Andrew Hirons</a:t>
            </a:r>
          </a:p>
          <a:p>
            <a:pPr algn="ctr">
              <a:spcBef>
                <a:spcPts val="300"/>
              </a:spcBef>
              <a:defRPr sz="2100">
                <a:latin typeface="Arial"/>
                <a:ea typeface="Arial"/>
                <a:cs typeface="Arial"/>
                <a:sym typeface="Arial"/>
              </a:defRPr>
            </a:pPr>
            <a:r>
              <a:rPr lang="en-US" sz="2100" dirty="0" err="1">
                <a:solidFill>
                  <a:srgbClr val="F5F5F5"/>
                </a:solidFill>
              </a:rPr>
              <a:t>Univia</a:t>
            </a:r>
            <a:endParaRPr sz="2100" dirty="0">
              <a:solidFill>
                <a:srgbClr val="F5F5F5"/>
              </a:solidFill>
            </a:endParaRPr>
          </a:p>
        </p:txBody>
      </p:sp>
      <p:sp>
        <p:nvSpPr>
          <p:cNvPr id="5" name="Rectangle 4">
            <a:extLst>
              <a:ext uri="{FF2B5EF4-FFF2-40B4-BE49-F238E27FC236}">
                <a16:creationId xmlns:a16="http://schemas.microsoft.com/office/drawing/2014/main" id="{E26F6558-9FE2-0179-2E67-3A99E254B4DF}"/>
              </a:ext>
            </a:extLst>
          </p:cNvPr>
          <p:cNvSpPr/>
          <p:nvPr/>
        </p:nvSpPr>
        <p:spPr>
          <a:xfrm>
            <a:off x="24033174" y="368573"/>
            <a:ext cx="8610786" cy="1923988"/>
          </a:xfrm>
          <a:prstGeom prst="rect">
            <a:avLst/>
          </a:prstGeom>
          <a:solidFill>
            <a:srgbClr val="F5F5F5"/>
          </a:solidFill>
          <a:ln w="12700" cap="flat">
            <a:no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l" defTabSz="326532" rtl="0" fontAlgn="auto" latinLnBrk="0" hangingPunct="0">
              <a:lnSpc>
                <a:spcPct val="100000"/>
              </a:lnSpc>
              <a:spcBef>
                <a:spcPts val="0"/>
              </a:spcBef>
              <a:spcAft>
                <a:spcPts val="0"/>
              </a:spcAft>
              <a:buClrTx/>
              <a:buSzTx/>
              <a:buFontTx/>
              <a:buNone/>
              <a:tabLst/>
            </a:pPr>
            <a:endParaRPr kumimoji="0" lang="en-US" sz="1200" b="0" i="0" u="none" strike="noStrike" cap="none" spc="0" normalizeH="0" baseline="0">
              <a:effectLst/>
              <a:uFillTx/>
              <a:latin typeface="+mn-lt"/>
              <a:ea typeface="+mn-ea"/>
              <a:cs typeface="+mn-cs"/>
              <a:sym typeface="Calibri"/>
            </a:endParaRPr>
          </a:p>
        </p:txBody>
      </p:sp>
      <p:pic>
        <p:nvPicPr>
          <p:cNvPr id="3" name="Picture 2" descr="A black background with blue letters&#10;&#10;AI-generated content may be incorrect.">
            <a:extLst>
              <a:ext uri="{FF2B5EF4-FFF2-40B4-BE49-F238E27FC236}">
                <a16:creationId xmlns:a16="http://schemas.microsoft.com/office/drawing/2014/main" id="{AD0BF1AD-BA21-844C-457E-992E0C900A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4033174" y="341743"/>
            <a:ext cx="8610786" cy="2075200"/>
          </a:xfrm>
          <a:prstGeom prst="rect">
            <a:avLst/>
          </a:prstGeom>
        </p:spPr>
      </p:pic>
      <p:sp>
        <p:nvSpPr>
          <p:cNvPr id="6" name="TextBox 38">
            <a:extLst>
              <a:ext uri="{FF2B5EF4-FFF2-40B4-BE49-F238E27FC236}">
                <a16:creationId xmlns:a16="http://schemas.microsoft.com/office/drawing/2014/main" id="{E26D62DB-ED14-8FF1-42B6-AEB113197015}"/>
              </a:ext>
            </a:extLst>
          </p:cNvPr>
          <p:cNvSpPr txBox="1"/>
          <p:nvPr/>
        </p:nvSpPr>
        <p:spPr>
          <a:xfrm>
            <a:off x="982979" y="7463842"/>
            <a:ext cx="9064534" cy="615553"/>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spAutoFit/>
          </a:bodyPr>
          <a:lstStyle>
            <a:lvl1pPr>
              <a:defRPr sz="3400">
                <a:latin typeface="Arial"/>
                <a:ea typeface="Arial"/>
                <a:cs typeface="Arial"/>
                <a:sym typeface="Arial"/>
              </a:defRPr>
            </a:lvl1pPr>
          </a:lstStyle>
          <a:p>
            <a:pPr algn="ctr"/>
            <a:r>
              <a:rPr lang="en-GB" b="1" dirty="0">
                <a:solidFill>
                  <a:srgbClr val="6851EB"/>
                </a:solidFill>
              </a:rPr>
              <a:t>PROBLEM</a:t>
            </a:r>
            <a:endParaRPr b="1" dirty="0">
              <a:solidFill>
                <a:srgbClr val="6851EB"/>
              </a:solidFill>
            </a:endParaRPr>
          </a:p>
        </p:txBody>
      </p:sp>
      <p:sp>
        <p:nvSpPr>
          <p:cNvPr id="7" name="TextBox 39">
            <a:extLst>
              <a:ext uri="{FF2B5EF4-FFF2-40B4-BE49-F238E27FC236}">
                <a16:creationId xmlns:a16="http://schemas.microsoft.com/office/drawing/2014/main" id="{80D87C51-7AFB-860A-CE6A-3469F311D0E3}"/>
              </a:ext>
            </a:extLst>
          </p:cNvPr>
          <p:cNvSpPr txBox="1"/>
          <p:nvPr/>
        </p:nvSpPr>
        <p:spPr>
          <a:xfrm>
            <a:off x="986246" y="8360027"/>
            <a:ext cx="9064534" cy="3522567"/>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spAutoFit/>
          </a:bodyPr>
          <a:lstStyle>
            <a:lvl1pPr>
              <a:lnSpc>
                <a:spcPct val="120000"/>
              </a:lnSpc>
              <a:defRPr sz="2100">
                <a:solidFill>
                  <a:srgbClr val="344854"/>
                </a:solidFill>
                <a:latin typeface="Arial"/>
                <a:ea typeface="Arial"/>
                <a:cs typeface="Arial"/>
                <a:sym typeface="Arial"/>
              </a:defRPr>
            </a:lvl1pPr>
          </a:lstStyle>
          <a:p>
            <a:pPr algn="just"/>
            <a:r>
              <a:rPr lang="en-US" dirty="0"/>
              <a:t>Tree health monitoring is traditionally a manual task, that cannot keep up with the dynamic nature of plant conditions. By the time a tree is assessed, its health may have already declined further, making timely intervention difficult or ineffective:</a:t>
            </a:r>
          </a:p>
          <a:p>
            <a:pPr algn="just">
              <a:lnSpc>
                <a:spcPct val="150000"/>
              </a:lnSpc>
            </a:pPr>
            <a:r>
              <a:rPr lang="en-US" dirty="0"/>
              <a:t>❖ Manual inspection is slow and not scalable</a:t>
            </a:r>
          </a:p>
          <a:p>
            <a:pPr algn="just">
              <a:lnSpc>
                <a:spcPct val="150000"/>
              </a:lnSpc>
            </a:pPr>
            <a:r>
              <a:rPr lang="en-US" dirty="0"/>
              <a:t>❖ Delayed detection reduces opportunities for timely intervention</a:t>
            </a:r>
          </a:p>
          <a:p>
            <a:pPr algn="just">
              <a:lnSpc>
                <a:spcPct val="150000"/>
              </a:lnSpc>
            </a:pPr>
            <a:r>
              <a:rPr lang="en-US" dirty="0"/>
              <a:t>❖ No automated use of available visual data</a:t>
            </a:r>
          </a:p>
          <a:p>
            <a:pPr algn="just">
              <a:lnSpc>
                <a:spcPct val="150000"/>
              </a:lnSpc>
            </a:pPr>
            <a:r>
              <a:rPr lang="en-US" dirty="0"/>
              <a:t>❖ Lack of accessible AI tools for non-technical stakeholders</a:t>
            </a:r>
          </a:p>
        </p:txBody>
      </p:sp>
      <p:sp>
        <p:nvSpPr>
          <p:cNvPr id="8" name="TextBox 38">
            <a:extLst>
              <a:ext uri="{FF2B5EF4-FFF2-40B4-BE49-F238E27FC236}">
                <a16:creationId xmlns:a16="http://schemas.microsoft.com/office/drawing/2014/main" id="{141CFB88-E5BA-7FB9-A606-74536D781C89}"/>
              </a:ext>
            </a:extLst>
          </p:cNvPr>
          <p:cNvSpPr txBox="1"/>
          <p:nvPr/>
        </p:nvSpPr>
        <p:spPr>
          <a:xfrm>
            <a:off x="1138646" y="12338080"/>
            <a:ext cx="9064534" cy="615553"/>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spAutoFit/>
          </a:bodyPr>
          <a:lstStyle>
            <a:lvl1pPr>
              <a:defRPr sz="3400">
                <a:latin typeface="Arial"/>
                <a:ea typeface="Arial"/>
                <a:cs typeface="Arial"/>
                <a:sym typeface="Arial"/>
              </a:defRPr>
            </a:lvl1pPr>
          </a:lstStyle>
          <a:p>
            <a:pPr algn="ctr"/>
            <a:r>
              <a:rPr lang="en-GB" b="1" dirty="0">
                <a:solidFill>
                  <a:srgbClr val="6851EB"/>
                </a:solidFill>
              </a:rPr>
              <a:t>METHODOLOGY</a:t>
            </a:r>
            <a:endParaRPr b="1" dirty="0">
              <a:solidFill>
                <a:srgbClr val="6851EB"/>
              </a:solidFill>
            </a:endParaRPr>
          </a:p>
        </p:txBody>
      </p:sp>
      <p:sp>
        <p:nvSpPr>
          <p:cNvPr id="9" name="TextBox 39">
            <a:extLst>
              <a:ext uri="{FF2B5EF4-FFF2-40B4-BE49-F238E27FC236}">
                <a16:creationId xmlns:a16="http://schemas.microsoft.com/office/drawing/2014/main" id="{5AC2C5FD-E698-0B74-27E3-902B7C74E5FA}"/>
              </a:ext>
            </a:extLst>
          </p:cNvPr>
          <p:cNvSpPr txBox="1"/>
          <p:nvPr/>
        </p:nvSpPr>
        <p:spPr>
          <a:xfrm>
            <a:off x="1138646" y="13274147"/>
            <a:ext cx="9064534" cy="3425618"/>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spAutoFit/>
          </a:bodyPr>
          <a:lstStyle>
            <a:lvl1pPr>
              <a:lnSpc>
                <a:spcPct val="120000"/>
              </a:lnSpc>
              <a:defRPr sz="2100">
                <a:solidFill>
                  <a:srgbClr val="344854"/>
                </a:solidFill>
                <a:latin typeface="Arial"/>
                <a:ea typeface="Arial"/>
                <a:cs typeface="Arial"/>
                <a:sym typeface="Arial"/>
              </a:defRPr>
            </a:lvl1pPr>
          </a:lstStyle>
          <a:p>
            <a:pPr>
              <a:lnSpc>
                <a:spcPct val="150000"/>
              </a:lnSpc>
            </a:pPr>
            <a:r>
              <a:rPr lang="en-US" dirty="0"/>
              <a:t>To address the problem of delayed and inconsistent tree health monitoring, the following methods were used:</a:t>
            </a:r>
            <a:br>
              <a:rPr lang="en-US" dirty="0"/>
            </a:br>
            <a:r>
              <a:rPr lang="en-US" dirty="0"/>
              <a:t>❖ Data analysis and cleaning</a:t>
            </a:r>
            <a:br>
              <a:rPr lang="en-US" dirty="0"/>
            </a:br>
            <a:r>
              <a:rPr lang="en-US" dirty="0"/>
              <a:t>❖ Preprocessing (normalization, resizing, and data augmentation)</a:t>
            </a:r>
            <a:br>
              <a:rPr lang="en-US" dirty="0"/>
            </a:br>
            <a:r>
              <a:rPr lang="en-US" dirty="0"/>
              <a:t>❖ Class imbalance handling strategies (oversampling and class weighting)</a:t>
            </a:r>
            <a:br>
              <a:rPr lang="en-US" dirty="0"/>
            </a:br>
            <a:r>
              <a:rPr lang="en-US" dirty="0"/>
              <a:t>❖ Training on EfficientNetV2 and Swin Transformer</a:t>
            </a:r>
            <a:br>
              <a:rPr lang="en-US" dirty="0"/>
            </a:br>
            <a:r>
              <a:rPr lang="en-US" dirty="0"/>
              <a:t>❖ Evaluation using precision, recall, F1-score and accuracy</a:t>
            </a:r>
          </a:p>
        </p:txBody>
      </p:sp>
      <p:pic>
        <p:nvPicPr>
          <p:cNvPr id="13" name="Picture 12">
            <a:extLst>
              <a:ext uri="{FF2B5EF4-FFF2-40B4-BE49-F238E27FC236}">
                <a16:creationId xmlns:a16="http://schemas.microsoft.com/office/drawing/2014/main" id="{B02CE036-D6F8-13AC-6CB1-65275643AD2A}"/>
              </a:ext>
            </a:extLst>
          </p:cNvPr>
          <p:cNvPicPr>
            <a:picLocks noChangeAspect="1"/>
          </p:cNvPicPr>
          <p:nvPr/>
        </p:nvPicPr>
        <p:blipFill>
          <a:blip r:embed="rId3"/>
          <a:srcRect l="4149" t="2285" r="4550" b="7181"/>
          <a:stretch/>
        </p:blipFill>
        <p:spPr>
          <a:xfrm>
            <a:off x="1982834" y="17306706"/>
            <a:ext cx="6949440" cy="3173860"/>
          </a:xfrm>
          <a:prstGeom prst="rect">
            <a:avLst/>
          </a:prstGeom>
        </p:spPr>
      </p:pic>
      <p:pic>
        <p:nvPicPr>
          <p:cNvPr id="10" name="Picture 9" descr="A qr code on a white background&#10;&#10;AI-generated content may be incorrect.">
            <a:extLst>
              <a:ext uri="{FF2B5EF4-FFF2-40B4-BE49-F238E27FC236}">
                <a16:creationId xmlns:a16="http://schemas.microsoft.com/office/drawing/2014/main" id="{CC044F1B-C1DB-4989-F7DF-0C0CC3462C9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0315120" y="18819764"/>
            <a:ext cx="2063299" cy="2565369"/>
          </a:xfrm>
          <a:prstGeom prst="rect">
            <a:avLst/>
          </a:prstGeom>
        </p:spPr>
      </p:pic>
      <p:sp>
        <p:nvSpPr>
          <p:cNvPr id="12" name="TextBox 11">
            <a:extLst>
              <a:ext uri="{FF2B5EF4-FFF2-40B4-BE49-F238E27FC236}">
                <a16:creationId xmlns:a16="http://schemas.microsoft.com/office/drawing/2014/main" id="{9274D218-F250-80BA-F82C-9DFA58F58865}"/>
              </a:ext>
            </a:extLst>
          </p:cNvPr>
          <p:cNvSpPr txBox="1"/>
          <p:nvPr/>
        </p:nvSpPr>
        <p:spPr>
          <a:xfrm>
            <a:off x="19819717" y="21584419"/>
            <a:ext cx="12980724" cy="276999"/>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dirty="0"/>
              <a:t>https://view.officeapps.live.com/op/view.aspx?src=https%3A%2F%2Fraw.githubusercontent.com%2Fvalkov01%2FTreeVid%2Frefs%2Fheads%2Fmain%2FMidterm%2520Poster.pptx&amp;wdOrigin=BROWSELINK</a:t>
            </a:r>
          </a:p>
        </p:txBody>
      </p:sp>
      <p:sp>
        <p:nvSpPr>
          <p:cNvPr id="14" name="TextBox 38">
            <a:extLst>
              <a:ext uri="{FF2B5EF4-FFF2-40B4-BE49-F238E27FC236}">
                <a16:creationId xmlns:a16="http://schemas.microsoft.com/office/drawing/2014/main" id="{214C92B6-D62E-2A32-1A8A-8259B92B86FA}"/>
              </a:ext>
            </a:extLst>
          </p:cNvPr>
          <p:cNvSpPr txBox="1"/>
          <p:nvPr/>
        </p:nvSpPr>
        <p:spPr>
          <a:xfrm>
            <a:off x="11926933" y="3581411"/>
            <a:ext cx="9064534" cy="615553"/>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spAutoFit/>
          </a:bodyPr>
          <a:lstStyle>
            <a:lvl1pPr>
              <a:defRPr sz="3400">
                <a:latin typeface="Arial"/>
                <a:ea typeface="Arial"/>
                <a:cs typeface="Arial"/>
                <a:sym typeface="Arial"/>
              </a:defRPr>
            </a:lvl1pPr>
          </a:lstStyle>
          <a:p>
            <a:pPr algn="ctr"/>
            <a:r>
              <a:rPr lang="en-GB" b="1" dirty="0">
                <a:solidFill>
                  <a:srgbClr val="6851EB"/>
                </a:solidFill>
              </a:rPr>
              <a:t>DATA</a:t>
            </a:r>
            <a:endParaRPr b="1" dirty="0">
              <a:solidFill>
                <a:srgbClr val="6851EB"/>
              </a:solidFill>
            </a:endParaRPr>
          </a:p>
        </p:txBody>
      </p:sp>
      <p:sp>
        <p:nvSpPr>
          <p:cNvPr id="15" name="TextBox 39">
            <a:extLst>
              <a:ext uri="{FF2B5EF4-FFF2-40B4-BE49-F238E27FC236}">
                <a16:creationId xmlns:a16="http://schemas.microsoft.com/office/drawing/2014/main" id="{99DC2732-2AF5-04A8-AED5-89FAEA8AFA4B}"/>
              </a:ext>
            </a:extLst>
          </p:cNvPr>
          <p:cNvSpPr txBox="1"/>
          <p:nvPr/>
        </p:nvSpPr>
        <p:spPr>
          <a:xfrm>
            <a:off x="11926933" y="4475660"/>
            <a:ext cx="9064534" cy="2383473"/>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spAutoFit/>
          </a:bodyPr>
          <a:lstStyle>
            <a:lvl1pPr>
              <a:lnSpc>
                <a:spcPct val="120000"/>
              </a:lnSpc>
              <a:defRPr sz="2100">
                <a:solidFill>
                  <a:srgbClr val="344854"/>
                </a:solidFill>
                <a:latin typeface="Arial"/>
                <a:ea typeface="Arial"/>
                <a:cs typeface="Arial"/>
                <a:sym typeface="Arial"/>
              </a:defRPr>
            </a:lvl1pPr>
          </a:lstStyle>
          <a:p>
            <a:pPr algn="just"/>
            <a:r>
              <a:rPr lang="en-US" dirty="0"/>
              <a:t>The dataset used in this project originates from a real-world case study provided by Dr. Andrew Hirons at Myerscough College, UK. </a:t>
            </a:r>
          </a:p>
          <a:p>
            <a:pPr algn="just"/>
            <a:r>
              <a:rPr lang="en-US" dirty="0"/>
              <a:t>It contains over </a:t>
            </a:r>
            <a:r>
              <a:rPr lang="en-US" b="1" dirty="0"/>
              <a:t>5,200 RGB images </a:t>
            </a:r>
            <a:r>
              <a:rPr lang="en-US" dirty="0"/>
              <a:t>of </a:t>
            </a:r>
            <a:r>
              <a:rPr lang="en-US" b="1" dirty="0"/>
              <a:t>Acer and Liquidambar </a:t>
            </a:r>
            <a:r>
              <a:rPr lang="en-US" dirty="0"/>
              <a:t>trees, collected over a full seasonal cycle using a fixed on-site camera system. Each image is labeled with one of five phenological stages: </a:t>
            </a:r>
            <a:r>
              <a:rPr lang="en-US" b="1" dirty="0"/>
              <a:t>Dormancy, Leaf Flushing, Crown Development, Pruning Event, and Senescence</a:t>
            </a:r>
            <a:r>
              <a:rPr lang="en-US" dirty="0"/>
              <a:t>. </a:t>
            </a:r>
            <a:endParaRPr dirty="0"/>
          </a:p>
        </p:txBody>
      </p:sp>
      <p:pic>
        <p:nvPicPr>
          <p:cNvPr id="18" name="Picture 17">
            <a:extLst>
              <a:ext uri="{FF2B5EF4-FFF2-40B4-BE49-F238E27FC236}">
                <a16:creationId xmlns:a16="http://schemas.microsoft.com/office/drawing/2014/main" id="{4892B5CC-72E4-63D2-508A-12F7E708E9A1}"/>
              </a:ext>
            </a:extLst>
          </p:cNvPr>
          <p:cNvPicPr>
            <a:picLocks noChangeAspect="1"/>
          </p:cNvPicPr>
          <p:nvPr/>
        </p:nvPicPr>
        <p:blipFill>
          <a:blip r:embed="rId5"/>
          <a:stretch>
            <a:fillRect/>
          </a:stretch>
        </p:blipFill>
        <p:spPr>
          <a:xfrm>
            <a:off x="11903693" y="7157045"/>
            <a:ext cx="9052941" cy="5897204"/>
          </a:xfrm>
          <a:prstGeom prst="rect">
            <a:avLst/>
          </a:prstGeom>
        </p:spPr>
      </p:pic>
      <p:sp>
        <p:nvSpPr>
          <p:cNvPr id="19" name="TextBox 54">
            <a:extLst>
              <a:ext uri="{FF2B5EF4-FFF2-40B4-BE49-F238E27FC236}">
                <a16:creationId xmlns:a16="http://schemas.microsoft.com/office/drawing/2014/main" id="{38BBFE08-5ECF-AD0B-0E03-A532BA3D18DC}"/>
              </a:ext>
            </a:extLst>
          </p:cNvPr>
          <p:cNvSpPr txBox="1"/>
          <p:nvPr/>
        </p:nvSpPr>
        <p:spPr>
          <a:xfrm>
            <a:off x="11961766" y="13059773"/>
            <a:ext cx="9029701" cy="292388"/>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spAutoFit/>
          </a:bodyPr>
          <a:lstStyle>
            <a:lvl1pPr algn="ctr">
              <a:defRPr sz="1300">
                <a:solidFill>
                  <a:srgbClr val="344854"/>
                </a:solidFill>
                <a:latin typeface="Arial"/>
                <a:ea typeface="Arial"/>
                <a:cs typeface="Arial"/>
                <a:sym typeface="Arial"/>
              </a:defRPr>
            </a:lvl1pPr>
          </a:lstStyle>
          <a:p>
            <a:r>
              <a:rPr lang="en-US" dirty="0"/>
              <a:t>Figure | Class distribution</a:t>
            </a:r>
            <a:endParaRPr dirty="0"/>
          </a:p>
        </p:txBody>
      </p:sp>
      <p:sp>
        <p:nvSpPr>
          <p:cNvPr id="20" name="TextBox 39">
            <a:extLst>
              <a:ext uri="{FF2B5EF4-FFF2-40B4-BE49-F238E27FC236}">
                <a16:creationId xmlns:a16="http://schemas.microsoft.com/office/drawing/2014/main" id="{253F3187-A0B8-0ED4-4CA6-85A14A664292}"/>
              </a:ext>
            </a:extLst>
          </p:cNvPr>
          <p:cNvSpPr txBox="1"/>
          <p:nvPr/>
        </p:nvSpPr>
        <p:spPr>
          <a:xfrm>
            <a:off x="11926933" y="13630857"/>
            <a:ext cx="9064534" cy="2383473"/>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spAutoFit/>
          </a:bodyPr>
          <a:lstStyle>
            <a:lvl1pPr>
              <a:lnSpc>
                <a:spcPct val="120000"/>
              </a:lnSpc>
              <a:defRPr sz="2100">
                <a:solidFill>
                  <a:srgbClr val="344854"/>
                </a:solidFill>
                <a:latin typeface="Arial"/>
                <a:ea typeface="Arial"/>
                <a:cs typeface="Arial"/>
                <a:sym typeface="Arial"/>
              </a:defRPr>
            </a:lvl1pPr>
          </a:lstStyle>
          <a:p>
            <a:pPr algn="just"/>
            <a:r>
              <a:rPr lang="en-US" dirty="0"/>
              <a:t>In the original dataset, where some phenological stages represented less than 1% of the total samples. The task was scope down to: </a:t>
            </a:r>
            <a:r>
              <a:rPr lang="en-US" b="1" dirty="0"/>
              <a:t>Crown Development</a:t>
            </a:r>
            <a:r>
              <a:rPr lang="en-US" dirty="0"/>
              <a:t> (healthy) and </a:t>
            </a:r>
            <a:r>
              <a:rPr lang="en-US" b="1" dirty="0"/>
              <a:t>Senescence</a:t>
            </a:r>
            <a:r>
              <a:rPr lang="en-US" dirty="0"/>
              <a:t> (unhealthy). Only images of </a:t>
            </a:r>
            <a:r>
              <a:rPr lang="en-US" b="1" dirty="0"/>
              <a:t>Acer</a:t>
            </a:r>
            <a:r>
              <a:rPr lang="en-US" dirty="0"/>
              <a:t> trees were retained, as the Liquidambar samples contained too few instances of senescence and differed visually in structure and framing. </a:t>
            </a:r>
          </a:p>
          <a:p>
            <a:pPr algn="just"/>
            <a:r>
              <a:rPr lang="en-US" dirty="0"/>
              <a:t>After filtering, a total of </a:t>
            </a:r>
            <a:r>
              <a:rPr lang="en-US" b="1" dirty="0"/>
              <a:t>1,667 images</a:t>
            </a:r>
            <a:r>
              <a:rPr lang="en-US" dirty="0"/>
              <a:t> remained. </a:t>
            </a:r>
            <a:endParaRPr dirty="0"/>
          </a:p>
        </p:txBody>
      </p:sp>
      <p:pic>
        <p:nvPicPr>
          <p:cNvPr id="22" name="Picture 21">
            <a:extLst>
              <a:ext uri="{FF2B5EF4-FFF2-40B4-BE49-F238E27FC236}">
                <a16:creationId xmlns:a16="http://schemas.microsoft.com/office/drawing/2014/main" id="{CB6A163E-A7D2-6943-FB69-E1E2D3117855}"/>
              </a:ext>
            </a:extLst>
          </p:cNvPr>
          <p:cNvPicPr>
            <a:picLocks noChangeAspect="1"/>
          </p:cNvPicPr>
          <p:nvPr/>
        </p:nvPicPr>
        <p:blipFill>
          <a:blip r:embed="rId6"/>
          <a:srcRect t="24097"/>
          <a:stretch/>
        </p:blipFill>
        <p:spPr>
          <a:xfrm>
            <a:off x="13661337" y="16293026"/>
            <a:ext cx="5595726" cy="4780767"/>
          </a:xfrm>
          <a:prstGeom prst="rect">
            <a:avLst/>
          </a:prstGeom>
        </p:spPr>
      </p:pic>
      <p:sp>
        <p:nvSpPr>
          <p:cNvPr id="23" name="TextBox 38">
            <a:extLst>
              <a:ext uri="{FF2B5EF4-FFF2-40B4-BE49-F238E27FC236}">
                <a16:creationId xmlns:a16="http://schemas.microsoft.com/office/drawing/2014/main" id="{C2EFE3FD-EB95-9A34-0AAD-5BB9C8B98E30}"/>
              </a:ext>
            </a:extLst>
          </p:cNvPr>
          <p:cNvSpPr txBox="1"/>
          <p:nvPr/>
        </p:nvSpPr>
        <p:spPr>
          <a:xfrm>
            <a:off x="22867620" y="3581411"/>
            <a:ext cx="9064534" cy="615553"/>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spAutoFit/>
          </a:bodyPr>
          <a:lstStyle>
            <a:lvl1pPr>
              <a:defRPr sz="3400">
                <a:latin typeface="Arial"/>
                <a:ea typeface="Arial"/>
                <a:cs typeface="Arial"/>
                <a:sym typeface="Arial"/>
              </a:defRPr>
            </a:lvl1pPr>
          </a:lstStyle>
          <a:p>
            <a:pPr algn="ctr"/>
            <a:r>
              <a:rPr lang="en-GB" b="1" dirty="0">
                <a:solidFill>
                  <a:srgbClr val="6851EB"/>
                </a:solidFill>
              </a:rPr>
              <a:t>MODELS</a:t>
            </a:r>
            <a:endParaRPr b="1" dirty="0">
              <a:solidFill>
                <a:srgbClr val="6851EB"/>
              </a:solidFill>
            </a:endParaRPr>
          </a:p>
        </p:txBody>
      </p:sp>
      <p:sp>
        <p:nvSpPr>
          <p:cNvPr id="26" name="TextBox 39">
            <a:extLst>
              <a:ext uri="{FF2B5EF4-FFF2-40B4-BE49-F238E27FC236}">
                <a16:creationId xmlns:a16="http://schemas.microsoft.com/office/drawing/2014/main" id="{600FA42D-449D-A01C-CBBF-CE5E60742541}"/>
              </a:ext>
            </a:extLst>
          </p:cNvPr>
          <p:cNvSpPr txBox="1"/>
          <p:nvPr/>
        </p:nvSpPr>
        <p:spPr>
          <a:xfrm>
            <a:off x="22867620" y="4476745"/>
            <a:ext cx="9064534" cy="226228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spAutoFit/>
          </a:bodyPr>
          <a:lstStyle>
            <a:lvl1pPr>
              <a:lnSpc>
                <a:spcPct val="120000"/>
              </a:lnSpc>
              <a:defRPr sz="2100">
                <a:solidFill>
                  <a:srgbClr val="344854"/>
                </a:solidFill>
                <a:latin typeface="Arial"/>
                <a:ea typeface="Arial"/>
                <a:cs typeface="Arial"/>
                <a:sym typeface="Arial"/>
              </a:defRPr>
            </a:lvl1pPr>
          </a:lstStyle>
          <a:p>
            <a:pPr algn="just"/>
            <a:r>
              <a:rPr lang="en-US" dirty="0"/>
              <a:t>Following models were selected for this project due to their strong performance in imbalanced classification tasks. </a:t>
            </a:r>
          </a:p>
          <a:p>
            <a:pPr algn="just">
              <a:lnSpc>
                <a:spcPct val="150000"/>
              </a:lnSpc>
            </a:pPr>
            <a:r>
              <a:rPr lang="en-US" dirty="0"/>
              <a:t>❖  EfficientNetV2 - high accuracy with efficient computation</a:t>
            </a:r>
          </a:p>
          <a:p>
            <a:pPr algn="just">
              <a:lnSpc>
                <a:spcPct val="150000"/>
              </a:lnSpc>
            </a:pPr>
            <a:r>
              <a:rPr lang="en-US" dirty="0"/>
              <a:t>❖ Swin Transformer - strong global context modeling through attention mechanisms. </a:t>
            </a:r>
          </a:p>
        </p:txBody>
      </p:sp>
      <p:sp>
        <p:nvSpPr>
          <p:cNvPr id="28" name="TextBox 54">
            <a:extLst>
              <a:ext uri="{FF2B5EF4-FFF2-40B4-BE49-F238E27FC236}">
                <a16:creationId xmlns:a16="http://schemas.microsoft.com/office/drawing/2014/main" id="{F81A34E9-B890-D910-1D99-FACB9A93398C}"/>
              </a:ext>
            </a:extLst>
          </p:cNvPr>
          <p:cNvSpPr txBox="1"/>
          <p:nvPr/>
        </p:nvSpPr>
        <p:spPr>
          <a:xfrm>
            <a:off x="11961766" y="21136829"/>
            <a:ext cx="9029701" cy="292388"/>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spAutoFit/>
          </a:bodyPr>
          <a:lstStyle>
            <a:lvl1pPr algn="ctr">
              <a:defRPr sz="1300">
                <a:solidFill>
                  <a:srgbClr val="344854"/>
                </a:solidFill>
                <a:latin typeface="Arial"/>
                <a:ea typeface="Arial"/>
                <a:cs typeface="Arial"/>
                <a:sym typeface="Arial"/>
              </a:defRPr>
            </a:lvl1pPr>
          </a:lstStyle>
          <a:p>
            <a:r>
              <a:rPr lang="en-US" dirty="0"/>
              <a:t>Figure | Batch distribution</a:t>
            </a:r>
            <a:endParaRPr dirty="0"/>
          </a:p>
        </p:txBody>
      </p:sp>
      <p:pic>
        <p:nvPicPr>
          <p:cNvPr id="40" name="Picture 39">
            <a:extLst>
              <a:ext uri="{FF2B5EF4-FFF2-40B4-BE49-F238E27FC236}">
                <a16:creationId xmlns:a16="http://schemas.microsoft.com/office/drawing/2014/main" id="{A232F2E5-A2A1-E725-05B9-A2A95ADAAFF7}"/>
              </a:ext>
            </a:extLst>
          </p:cNvPr>
          <p:cNvPicPr>
            <a:picLocks noChangeAspect="1"/>
          </p:cNvPicPr>
          <p:nvPr/>
        </p:nvPicPr>
        <p:blipFill>
          <a:blip r:embed="rId7"/>
          <a:stretch>
            <a:fillRect/>
          </a:stretch>
        </p:blipFill>
        <p:spPr>
          <a:xfrm>
            <a:off x="22940172" y="7064795"/>
            <a:ext cx="9052941" cy="4663201"/>
          </a:xfrm>
          <a:prstGeom prst="rect">
            <a:avLst/>
          </a:prstGeom>
        </p:spPr>
      </p:pic>
      <p:sp>
        <p:nvSpPr>
          <p:cNvPr id="41" name="TextBox 54">
            <a:extLst>
              <a:ext uri="{FF2B5EF4-FFF2-40B4-BE49-F238E27FC236}">
                <a16:creationId xmlns:a16="http://schemas.microsoft.com/office/drawing/2014/main" id="{ECDA0DFE-FEB1-9F96-611B-EB218EB00045}"/>
              </a:ext>
            </a:extLst>
          </p:cNvPr>
          <p:cNvSpPr txBox="1"/>
          <p:nvPr/>
        </p:nvSpPr>
        <p:spPr>
          <a:xfrm>
            <a:off x="22885036" y="11956126"/>
            <a:ext cx="9029701" cy="292388"/>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spAutoFit/>
          </a:bodyPr>
          <a:lstStyle>
            <a:lvl1pPr algn="ctr">
              <a:defRPr sz="1300">
                <a:solidFill>
                  <a:srgbClr val="344854"/>
                </a:solidFill>
                <a:latin typeface="Arial"/>
                <a:ea typeface="Arial"/>
                <a:cs typeface="Arial"/>
                <a:sym typeface="Arial"/>
              </a:defRPr>
            </a:lvl1pPr>
          </a:lstStyle>
          <a:p>
            <a:r>
              <a:rPr lang="en-US" dirty="0"/>
              <a:t>Table | Model’s Comparison</a:t>
            </a:r>
            <a:endParaRPr dirty="0"/>
          </a:p>
        </p:txBody>
      </p:sp>
      <p:sp>
        <p:nvSpPr>
          <p:cNvPr id="46" name="TextBox 38">
            <a:extLst>
              <a:ext uri="{FF2B5EF4-FFF2-40B4-BE49-F238E27FC236}">
                <a16:creationId xmlns:a16="http://schemas.microsoft.com/office/drawing/2014/main" id="{B36E198C-4DCC-1D46-8341-9C922A2072FF}"/>
              </a:ext>
            </a:extLst>
          </p:cNvPr>
          <p:cNvSpPr txBox="1"/>
          <p:nvPr/>
        </p:nvSpPr>
        <p:spPr>
          <a:xfrm>
            <a:off x="22885036" y="12878695"/>
            <a:ext cx="9064534" cy="615553"/>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spAutoFit/>
          </a:bodyPr>
          <a:lstStyle>
            <a:lvl1pPr>
              <a:defRPr sz="3400">
                <a:latin typeface="Arial"/>
                <a:ea typeface="Arial"/>
                <a:cs typeface="Arial"/>
                <a:sym typeface="Arial"/>
              </a:defRPr>
            </a:lvl1pPr>
          </a:lstStyle>
          <a:p>
            <a:pPr algn="ctr"/>
            <a:r>
              <a:rPr lang="en-GB" b="1" dirty="0">
                <a:solidFill>
                  <a:srgbClr val="6851EB"/>
                </a:solidFill>
              </a:rPr>
              <a:t>NEXT STEPS</a:t>
            </a:r>
            <a:endParaRPr b="1" dirty="0">
              <a:solidFill>
                <a:srgbClr val="6851EB"/>
              </a:solidFill>
            </a:endParaRPr>
          </a:p>
        </p:txBody>
      </p:sp>
      <p:pic>
        <p:nvPicPr>
          <p:cNvPr id="55" name="Picture 54" descr="A purple and white logo&#10;&#10;AI-generated content may be incorrect.">
            <a:extLst>
              <a:ext uri="{FF2B5EF4-FFF2-40B4-BE49-F238E27FC236}">
                <a16:creationId xmlns:a16="http://schemas.microsoft.com/office/drawing/2014/main" id="{26D05F86-6F83-14BC-503C-37659D204FC4}"/>
              </a:ext>
            </a:extLst>
          </p:cNvPr>
          <p:cNvPicPr>
            <a:picLocks noChangeAspect="1"/>
          </p:cNvPicPr>
          <p:nvPr/>
        </p:nvPicPr>
        <p:blipFill>
          <a:blip r:embed="rId8">
            <a:extLst>
              <a:ext uri="{28A0092B-C50C-407E-A947-70E740481C1C}">
                <a14:useLocalDpi xmlns:a14="http://schemas.microsoft.com/office/drawing/2010/main" val="0"/>
              </a:ext>
            </a:extLst>
          </a:blip>
          <a:srcRect l="6890" t="12620" r="4458" b="12669"/>
          <a:stretch/>
        </p:blipFill>
        <p:spPr>
          <a:xfrm>
            <a:off x="23051321" y="13882640"/>
            <a:ext cx="1131029" cy="953176"/>
          </a:xfrm>
          <a:prstGeom prst="rect">
            <a:avLst/>
          </a:prstGeom>
        </p:spPr>
      </p:pic>
      <p:sp>
        <p:nvSpPr>
          <p:cNvPr id="56" name="TextBox 39">
            <a:extLst>
              <a:ext uri="{FF2B5EF4-FFF2-40B4-BE49-F238E27FC236}">
                <a16:creationId xmlns:a16="http://schemas.microsoft.com/office/drawing/2014/main" id="{142349D3-B9F4-7985-DB2C-B40B39522241}"/>
              </a:ext>
            </a:extLst>
          </p:cNvPr>
          <p:cNvSpPr txBox="1"/>
          <p:nvPr/>
        </p:nvSpPr>
        <p:spPr>
          <a:xfrm>
            <a:off x="24481801" y="13943404"/>
            <a:ext cx="6796389" cy="83227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45719" rIns="45719">
            <a:spAutoFit/>
          </a:bodyPr>
          <a:lstStyle>
            <a:lvl1pPr>
              <a:lnSpc>
                <a:spcPct val="120000"/>
              </a:lnSpc>
              <a:defRPr sz="2100">
                <a:solidFill>
                  <a:srgbClr val="344854"/>
                </a:solidFill>
                <a:latin typeface="Arial"/>
                <a:ea typeface="Arial"/>
                <a:cs typeface="Arial"/>
                <a:sym typeface="Arial"/>
              </a:defRPr>
            </a:lvl1pPr>
          </a:lstStyle>
          <a:p>
            <a:pPr algn="just"/>
            <a:r>
              <a:rPr lang="en-US" dirty="0"/>
              <a:t>Models Training on the dataset using consistent experimental settings.</a:t>
            </a:r>
            <a:endParaRPr dirty="0"/>
          </a:p>
        </p:txBody>
      </p:sp>
      <p:pic>
        <p:nvPicPr>
          <p:cNvPr id="58" name="Picture 57" descr="A purple line with letters and numbers&#10;&#10;AI-generated content may be incorrect.">
            <a:extLst>
              <a:ext uri="{FF2B5EF4-FFF2-40B4-BE49-F238E27FC236}">
                <a16:creationId xmlns:a16="http://schemas.microsoft.com/office/drawing/2014/main" id="{C93FF166-A822-5D86-FD0B-049B468A0FF4}"/>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23051322" y="15430866"/>
            <a:ext cx="1131028" cy="1131028"/>
          </a:xfrm>
          <a:prstGeom prst="rect">
            <a:avLst/>
          </a:prstGeom>
        </p:spPr>
      </p:pic>
      <p:sp>
        <p:nvSpPr>
          <p:cNvPr id="59" name="TextBox 39">
            <a:extLst>
              <a:ext uri="{FF2B5EF4-FFF2-40B4-BE49-F238E27FC236}">
                <a16:creationId xmlns:a16="http://schemas.microsoft.com/office/drawing/2014/main" id="{763FF30B-E924-0DC6-2D87-B86CF27FFC86}"/>
              </a:ext>
            </a:extLst>
          </p:cNvPr>
          <p:cNvSpPr txBox="1"/>
          <p:nvPr/>
        </p:nvSpPr>
        <p:spPr>
          <a:xfrm>
            <a:off x="24481800" y="15574262"/>
            <a:ext cx="6796389" cy="83227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45719" rIns="45719">
            <a:spAutoFit/>
          </a:bodyPr>
          <a:lstStyle>
            <a:lvl1pPr>
              <a:lnSpc>
                <a:spcPct val="120000"/>
              </a:lnSpc>
              <a:defRPr sz="2100">
                <a:solidFill>
                  <a:srgbClr val="344854"/>
                </a:solidFill>
                <a:latin typeface="Arial"/>
                <a:ea typeface="Arial"/>
                <a:cs typeface="Arial"/>
                <a:sym typeface="Arial"/>
              </a:defRPr>
            </a:lvl1pPr>
          </a:lstStyle>
          <a:p>
            <a:pPr algn="just"/>
            <a:r>
              <a:rPr lang="en-US" dirty="0"/>
              <a:t>Compare the results based primarily on </a:t>
            </a:r>
            <a:r>
              <a:rPr lang="en-US" b="1" dirty="0"/>
              <a:t>recall</a:t>
            </a:r>
            <a:r>
              <a:rPr lang="en-US" dirty="0"/>
              <a:t>, to assess their ability to correctly detect unhealthy trees.</a:t>
            </a:r>
            <a:endParaRPr dirty="0"/>
          </a:p>
        </p:txBody>
      </p:sp>
      <p:pic>
        <p:nvPicPr>
          <p:cNvPr id="61" name="Picture 60" descr="A blue and purple line drawing of a graph&#10;&#10;AI-generated content may be incorrect.">
            <a:extLst>
              <a:ext uri="{FF2B5EF4-FFF2-40B4-BE49-F238E27FC236}">
                <a16:creationId xmlns:a16="http://schemas.microsoft.com/office/drawing/2014/main" id="{0E1B1BC3-A607-E363-55AA-3CBD875F9334}"/>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23051321" y="17020000"/>
            <a:ext cx="1131028" cy="1131028"/>
          </a:xfrm>
          <a:prstGeom prst="rect">
            <a:avLst/>
          </a:prstGeom>
        </p:spPr>
      </p:pic>
      <p:sp>
        <p:nvSpPr>
          <p:cNvPr id="62" name="TextBox 39">
            <a:extLst>
              <a:ext uri="{FF2B5EF4-FFF2-40B4-BE49-F238E27FC236}">
                <a16:creationId xmlns:a16="http://schemas.microsoft.com/office/drawing/2014/main" id="{12348A5F-7C97-89B0-9764-CBBCDF92DC26}"/>
              </a:ext>
            </a:extLst>
          </p:cNvPr>
          <p:cNvSpPr txBox="1"/>
          <p:nvPr/>
        </p:nvSpPr>
        <p:spPr>
          <a:xfrm>
            <a:off x="24481801" y="17155411"/>
            <a:ext cx="6796388" cy="83227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45719" rIns="45719">
            <a:spAutoFit/>
          </a:bodyPr>
          <a:lstStyle>
            <a:lvl1pPr>
              <a:lnSpc>
                <a:spcPct val="120000"/>
              </a:lnSpc>
              <a:defRPr sz="2100">
                <a:solidFill>
                  <a:srgbClr val="344854"/>
                </a:solidFill>
                <a:latin typeface="Arial"/>
                <a:ea typeface="Arial"/>
                <a:cs typeface="Arial"/>
                <a:sym typeface="Arial"/>
              </a:defRPr>
            </a:lvl1pPr>
          </a:lstStyle>
          <a:p>
            <a:pPr algn="just"/>
            <a:r>
              <a:rPr lang="en-US" dirty="0"/>
              <a:t>Design and implement a user-friendly dashboard to visualize tree health predictions, including class outputs.</a:t>
            </a:r>
            <a:endParaRPr dirty="0"/>
          </a:p>
        </p:txBody>
      </p:sp>
    </p:spTree>
  </p:cSld>
  <p:clrMapOvr>
    <a:masterClrMapping/>
  </p:clrMapOvr>
  <p:transition spd="med"/>
</p:sld>
</file>

<file path=ppt/theme/theme1.xml><?xml version="1.0" encoding="utf-8"?>
<a:theme xmlns:a="http://schemas.openxmlformats.org/drawingml/2006/main" name="Office Theme">
  <a:themeElements>
    <a:clrScheme name="Office Theme">
      <a:dk1>
        <a:srgbClr val="000000"/>
      </a:dk1>
      <a:lt1>
        <a:srgbClr val="FFFFFF"/>
      </a:lt1>
      <a:dk2>
        <a:srgbClr val="A7A7A7"/>
      </a:dk2>
      <a:lt2>
        <a:srgbClr val="535353"/>
      </a:lt2>
      <a:accent1>
        <a:srgbClr val="4472C4"/>
      </a:accent1>
      <a:accent2>
        <a:srgbClr val="ED7D31"/>
      </a:accent2>
      <a:accent3>
        <a:srgbClr val="A5A5A5"/>
      </a:accent3>
      <a:accent4>
        <a:srgbClr val="FFC000"/>
      </a:accent4>
      <a:accent5>
        <a:srgbClr val="5B9BD5"/>
      </a:accent5>
      <a:accent6>
        <a:srgbClr val="70AD47"/>
      </a:accent6>
      <a:hlink>
        <a:srgbClr val="0000FF"/>
      </a:hlink>
      <a:folHlink>
        <a:srgbClr val="FF00FF"/>
      </a:folHlink>
    </a:clrScheme>
    <a:fontScheme name="Office Theme">
      <a:majorFont>
        <a:latin typeface="Helvetica"/>
        <a:ea typeface="Helvetica"/>
        <a:cs typeface="Helvetica"/>
      </a:majorFont>
      <a:minorFont>
        <a:latin typeface="Calibri"/>
        <a:ea typeface="Calibri"/>
        <a:cs typeface="Calibri"/>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12700" cap="flat">
          <a:solidFill>
            <a:schemeClr val="accent1"/>
          </a:solidFill>
          <a:prstDash val="solid"/>
          <a:miter lim="800000"/>
        </a:ln>
        <a:effectLst/>
        <a:sp3d/>
      </a:spPr>
      <a:bodyPr rot="0" spcFirstLastPara="1" vertOverflow="overflow" horzOverflow="overflow" vert="horz" wrap="square" lIns="45719" tIns="45719" rIns="45719" bIns="45719" numCol="1" spcCol="38100" rtlCol="0" anchor="ctr">
        <a:spAutoFit/>
      </a:bodyPr>
      <a:lstStyle>
        <a:defPPr marL="0" marR="0" indent="0" algn="l" defTabSz="326532"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000000"/>
            </a:solidFill>
            <a:effectLst/>
            <a:uFillTx/>
            <a:latin typeface="+mn-lt"/>
            <a:ea typeface="+mn-ea"/>
            <a:cs typeface="+mn-cs"/>
            <a:sym typeface="Calibri"/>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12700" cap="flat">
          <a:solidFill>
            <a:schemeClr val="accent1"/>
          </a:solidFill>
          <a:prstDash val="solid"/>
          <a:miter lim="8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a:spAutoFit/>
      </a:bodyPr>
      <a:lstStyle>
        <a:defPPr marL="0" marR="0" indent="0" algn="l" defTabSz="326532"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000000"/>
            </a:solidFill>
            <a:effectLst/>
            <a:uFillTx/>
            <a:latin typeface="+mn-lt"/>
            <a:ea typeface="+mn-ea"/>
            <a:cs typeface="+mn-cs"/>
            <a:sym typeface="Calibri"/>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theme/theme2.xml><?xml version="1.0" encoding="utf-8"?>
<a:theme xmlns:a="http://schemas.openxmlformats.org/drawingml/2006/main" name="Office Theme">
  <a:themeElements>
    <a:clrScheme name="Office Theme">
      <a:dk1>
        <a:srgbClr val="000000"/>
      </a:dk1>
      <a:lt1>
        <a:srgbClr val="FFFFFF"/>
      </a:lt1>
      <a:dk2>
        <a:srgbClr val="A7A7A7"/>
      </a:dk2>
      <a:lt2>
        <a:srgbClr val="535353"/>
      </a:lt2>
      <a:accent1>
        <a:srgbClr val="4472C4"/>
      </a:accent1>
      <a:accent2>
        <a:srgbClr val="ED7D31"/>
      </a:accent2>
      <a:accent3>
        <a:srgbClr val="A5A5A5"/>
      </a:accent3>
      <a:accent4>
        <a:srgbClr val="FFC000"/>
      </a:accent4>
      <a:accent5>
        <a:srgbClr val="5B9BD5"/>
      </a:accent5>
      <a:accent6>
        <a:srgbClr val="70AD47"/>
      </a:accent6>
      <a:hlink>
        <a:srgbClr val="0000FF"/>
      </a:hlink>
      <a:folHlink>
        <a:srgbClr val="FF00FF"/>
      </a:folHlink>
    </a:clrScheme>
    <a:fontScheme name="Office Theme">
      <a:majorFont>
        <a:latin typeface="Helvetica"/>
        <a:ea typeface="Helvetica"/>
        <a:cs typeface="Helvetica"/>
      </a:majorFont>
      <a:minorFont>
        <a:latin typeface="Calibri"/>
        <a:ea typeface="Calibri"/>
        <a:cs typeface="Calibri"/>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12700" cap="flat">
          <a:solidFill>
            <a:schemeClr val="accent1"/>
          </a:solidFill>
          <a:prstDash val="solid"/>
          <a:miter lim="800000"/>
        </a:ln>
        <a:effectLst/>
        <a:sp3d/>
      </a:spPr>
      <a:bodyPr rot="0" spcFirstLastPara="1" vertOverflow="overflow" horzOverflow="overflow" vert="horz" wrap="square" lIns="45719" tIns="45719" rIns="45719" bIns="45719" numCol="1" spcCol="38100" rtlCol="0" anchor="ctr">
        <a:spAutoFit/>
      </a:bodyPr>
      <a:lstStyle>
        <a:defPPr marL="0" marR="0" indent="0" algn="l" defTabSz="326532"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000000"/>
            </a:solidFill>
            <a:effectLst/>
            <a:uFillTx/>
            <a:latin typeface="+mn-lt"/>
            <a:ea typeface="+mn-ea"/>
            <a:cs typeface="+mn-cs"/>
            <a:sym typeface="Calibri"/>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12700" cap="flat">
          <a:solidFill>
            <a:schemeClr val="accent1"/>
          </a:solidFill>
          <a:prstDash val="solid"/>
          <a:miter lim="8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a:spAutoFit/>
      </a:bodyPr>
      <a:lstStyle>
        <a:defPPr marL="0" marR="0" indent="0" algn="l" defTabSz="326532"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000000"/>
            </a:solidFill>
            <a:effectLst/>
            <a:uFillTx/>
            <a:latin typeface="+mn-lt"/>
            <a:ea typeface="+mn-ea"/>
            <a:cs typeface="+mn-cs"/>
            <a:sym typeface="Calibri"/>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docProps/app.xml><?xml version="1.0" encoding="utf-8"?>
<Properties xmlns="http://schemas.openxmlformats.org/officeDocument/2006/extended-properties" xmlns:vt="http://schemas.openxmlformats.org/officeDocument/2006/docPropsVTypes">
  <TotalTime>327</TotalTime>
  <Words>536</Words>
  <Application>Microsoft Office PowerPoint</Application>
  <PresentationFormat>Custom</PresentationFormat>
  <Paragraphs>32</Paragraphs>
  <Slides>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Arial</vt:lpstr>
      <vt:lpstr>Calibri</vt:lpstr>
      <vt:lpstr>Calibri Light</vt:lpstr>
      <vt:lpstr>Office Theme</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Momchil Valkov</dc:creator>
  <cp:lastModifiedBy>Valkov,Momchil M.I.</cp:lastModifiedBy>
  <cp:revision>2</cp:revision>
  <dcterms:modified xsi:type="dcterms:W3CDTF">2025-05-02T13:30:19Z</dcterms:modified>
</cp:coreProperties>
</file>